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382" r:id="rId6"/>
    <p:sldId id="441" r:id="rId7"/>
    <p:sldId id="445" r:id="rId8"/>
    <p:sldId id="446" r:id="rId9"/>
    <p:sldId id="425" r:id="rId10"/>
    <p:sldId id="426" r:id="rId11"/>
    <p:sldId id="436" r:id="rId12"/>
    <p:sldId id="447" r:id="rId13"/>
    <p:sldId id="427" r:id="rId14"/>
    <p:sldId id="437" r:id="rId15"/>
    <p:sldId id="428" r:id="rId16"/>
    <p:sldId id="429" r:id="rId17"/>
    <p:sldId id="430" r:id="rId18"/>
    <p:sldId id="431" r:id="rId19"/>
    <p:sldId id="432" r:id="rId20"/>
    <p:sldId id="433" r:id="rId21"/>
    <p:sldId id="434" r:id="rId22"/>
    <p:sldId id="435" r:id="rId23"/>
    <p:sldId id="439" r:id="rId24"/>
    <p:sldId id="440" r:id="rId25"/>
    <p:sldId id="438" r:id="rId26"/>
    <p:sldId id="282" r:id="rId27"/>
    <p:sldId id="442" r:id="rId28"/>
    <p:sldId id="443" r:id="rId29"/>
    <p:sldId id="444" r:id="rId3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C0C8"/>
    <a:srgbClr val="F1F1F1"/>
    <a:srgbClr val="000000"/>
    <a:srgbClr val="FF6600"/>
    <a:srgbClr val="A176D3"/>
    <a:srgbClr val="AE6F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F109FB-CA30-4121-B434-E617BD67E5A5}" v="5" dt="2026-07-02T11:55:09.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392" autoAdjust="0"/>
  </p:normalViewPr>
  <p:slideViewPr>
    <p:cSldViewPr snapToGrid="0">
      <p:cViewPr varScale="1">
        <p:scale>
          <a:sx n="79" d="100"/>
          <a:sy n="79" d="100"/>
        </p:scale>
        <p:origin x="1244" y="5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rit Slaats" userId="c93376db-fdb6-4ff4-85ad-2a7cc904a5f1" providerId="ADAL" clId="{16263329-BC3E-4830-B20F-DC4A5B7CCDB6}"/>
    <pc:docChg chg="undo custSel modSld">
      <pc:chgData name="Jorrit Slaats" userId="c93376db-fdb6-4ff4-85ad-2a7cc904a5f1" providerId="ADAL" clId="{16263329-BC3E-4830-B20F-DC4A5B7CCDB6}" dt="2026-07-02T13:02:31.887" v="493" actId="14100"/>
      <pc:docMkLst>
        <pc:docMk/>
      </pc:docMkLst>
      <pc:sldChg chg="modSp mod">
        <pc:chgData name="Jorrit Slaats" userId="c93376db-fdb6-4ff4-85ad-2a7cc904a5f1" providerId="ADAL" clId="{16263329-BC3E-4830-B20F-DC4A5B7CCDB6}" dt="2026-06-24T08:26:46.675" v="0" actId="20577"/>
        <pc:sldMkLst>
          <pc:docMk/>
          <pc:sldMk cId="1752884120" sldId="427"/>
        </pc:sldMkLst>
        <pc:spChg chg="mod">
          <ac:chgData name="Jorrit Slaats" userId="c93376db-fdb6-4ff4-85ad-2a7cc904a5f1" providerId="ADAL" clId="{16263329-BC3E-4830-B20F-DC4A5B7CCDB6}" dt="2026-06-24T08:26:46.675" v="0" actId="20577"/>
          <ac:spMkLst>
            <pc:docMk/>
            <pc:sldMk cId="1752884120" sldId="427"/>
            <ac:spMk id="4" creationId="{FA03D812-6B9E-C563-493A-5EC3F34EDE0A}"/>
          </ac:spMkLst>
        </pc:spChg>
      </pc:sldChg>
      <pc:sldChg chg="modSp mod">
        <pc:chgData name="Jorrit Slaats" userId="c93376db-fdb6-4ff4-85ad-2a7cc904a5f1" providerId="ADAL" clId="{16263329-BC3E-4830-B20F-DC4A5B7CCDB6}" dt="2026-07-02T11:44:55.058" v="109" actId="20577"/>
        <pc:sldMkLst>
          <pc:docMk/>
          <pc:sldMk cId="2622906846" sldId="428"/>
        </pc:sldMkLst>
        <pc:spChg chg="mod">
          <ac:chgData name="Jorrit Slaats" userId="c93376db-fdb6-4ff4-85ad-2a7cc904a5f1" providerId="ADAL" clId="{16263329-BC3E-4830-B20F-DC4A5B7CCDB6}" dt="2026-07-02T11:44:55.058" v="109" actId="20577"/>
          <ac:spMkLst>
            <pc:docMk/>
            <pc:sldMk cId="2622906846" sldId="428"/>
            <ac:spMk id="4" creationId="{BB2A0D5E-104D-AEF0-8547-FBEB2F67C914}"/>
          </ac:spMkLst>
        </pc:spChg>
      </pc:sldChg>
      <pc:sldChg chg="modSp mod">
        <pc:chgData name="Jorrit Slaats" userId="c93376db-fdb6-4ff4-85ad-2a7cc904a5f1" providerId="ADAL" clId="{16263329-BC3E-4830-B20F-DC4A5B7CCDB6}" dt="2026-07-02T11:46:47.406" v="111" actId="20577"/>
        <pc:sldMkLst>
          <pc:docMk/>
          <pc:sldMk cId="889041877" sldId="429"/>
        </pc:sldMkLst>
        <pc:spChg chg="mod">
          <ac:chgData name="Jorrit Slaats" userId="c93376db-fdb6-4ff4-85ad-2a7cc904a5f1" providerId="ADAL" clId="{16263329-BC3E-4830-B20F-DC4A5B7CCDB6}" dt="2026-07-02T11:46:47.406" v="111" actId="20577"/>
          <ac:spMkLst>
            <pc:docMk/>
            <pc:sldMk cId="889041877" sldId="429"/>
            <ac:spMk id="2" creationId="{BAF993F9-319A-7B7F-13BE-E9B15B5E43A8}"/>
          </ac:spMkLst>
        </pc:spChg>
      </pc:sldChg>
      <pc:sldChg chg="modSp mod">
        <pc:chgData name="Jorrit Slaats" userId="c93376db-fdb6-4ff4-85ad-2a7cc904a5f1" providerId="ADAL" clId="{16263329-BC3E-4830-B20F-DC4A5B7CCDB6}" dt="2026-07-02T11:53:40.899" v="137" actId="20577"/>
        <pc:sldMkLst>
          <pc:docMk/>
          <pc:sldMk cId="2411264986" sldId="430"/>
        </pc:sldMkLst>
        <pc:spChg chg="mod">
          <ac:chgData name="Jorrit Slaats" userId="c93376db-fdb6-4ff4-85ad-2a7cc904a5f1" providerId="ADAL" clId="{16263329-BC3E-4830-B20F-DC4A5B7CCDB6}" dt="2026-07-02T11:53:40.899" v="137" actId="20577"/>
          <ac:spMkLst>
            <pc:docMk/>
            <pc:sldMk cId="2411264986" sldId="430"/>
            <ac:spMk id="4" creationId="{4E3047F4-0B43-D428-F998-66DA41F38565}"/>
          </ac:spMkLst>
        </pc:spChg>
      </pc:sldChg>
      <pc:sldChg chg="modSp mod">
        <pc:chgData name="Jorrit Slaats" userId="c93376db-fdb6-4ff4-85ad-2a7cc904a5f1" providerId="ADAL" clId="{16263329-BC3E-4830-B20F-DC4A5B7CCDB6}" dt="2026-07-02T11:55:32.011" v="300" actId="20577"/>
        <pc:sldMkLst>
          <pc:docMk/>
          <pc:sldMk cId="3799393788" sldId="431"/>
        </pc:sldMkLst>
        <pc:spChg chg="mod">
          <ac:chgData name="Jorrit Slaats" userId="c93376db-fdb6-4ff4-85ad-2a7cc904a5f1" providerId="ADAL" clId="{16263329-BC3E-4830-B20F-DC4A5B7CCDB6}" dt="2026-07-02T11:55:32.011" v="300" actId="20577"/>
          <ac:spMkLst>
            <pc:docMk/>
            <pc:sldMk cId="3799393788" sldId="431"/>
            <ac:spMk id="4" creationId="{D548A460-FE6F-3D9D-BEAB-D664C3DEC9C5}"/>
          </ac:spMkLst>
        </pc:spChg>
      </pc:sldChg>
      <pc:sldChg chg="modSp mod">
        <pc:chgData name="Jorrit Slaats" userId="c93376db-fdb6-4ff4-85ad-2a7cc904a5f1" providerId="ADAL" clId="{16263329-BC3E-4830-B20F-DC4A5B7CCDB6}" dt="2026-07-02T12:08:54.195" v="301" actId="20577"/>
        <pc:sldMkLst>
          <pc:docMk/>
          <pc:sldMk cId="3670033237" sldId="434"/>
        </pc:sldMkLst>
        <pc:spChg chg="mod">
          <ac:chgData name="Jorrit Slaats" userId="c93376db-fdb6-4ff4-85ad-2a7cc904a5f1" providerId="ADAL" clId="{16263329-BC3E-4830-B20F-DC4A5B7CCDB6}" dt="2026-07-02T12:08:54.195" v="301" actId="20577"/>
          <ac:spMkLst>
            <pc:docMk/>
            <pc:sldMk cId="3670033237" sldId="434"/>
            <ac:spMk id="4" creationId="{B9E0130B-CDC3-18A0-654F-6C9208C8472E}"/>
          </ac:spMkLst>
        </pc:spChg>
      </pc:sldChg>
      <pc:sldChg chg="modSp mod">
        <pc:chgData name="Jorrit Slaats" userId="c93376db-fdb6-4ff4-85ad-2a7cc904a5f1" providerId="ADAL" clId="{16263329-BC3E-4830-B20F-DC4A5B7CCDB6}" dt="2026-07-02T12:09:45.131" v="322" actId="20577"/>
        <pc:sldMkLst>
          <pc:docMk/>
          <pc:sldMk cId="2738666868" sldId="435"/>
        </pc:sldMkLst>
        <pc:spChg chg="mod">
          <ac:chgData name="Jorrit Slaats" userId="c93376db-fdb6-4ff4-85ad-2a7cc904a5f1" providerId="ADAL" clId="{16263329-BC3E-4830-B20F-DC4A5B7CCDB6}" dt="2026-07-02T12:09:45.131" v="322" actId="20577"/>
          <ac:spMkLst>
            <pc:docMk/>
            <pc:sldMk cId="2738666868" sldId="435"/>
            <ac:spMk id="4" creationId="{7D3F05D3-1858-D63B-AEEF-01AE423FF956}"/>
          </ac:spMkLst>
        </pc:spChg>
      </pc:sldChg>
      <pc:sldChg chg="modSp mod">
        <pc:chgData name="Jorrit Slaats" userId="c93376db-fdb6-4ff4-85ad-2a7cc904a5f1" providerId="ADAL" clId="{16263329-BC3E-4830-B20F-DC4A5B7CCDB6}" dt="2026-07-02T11:42:07.214" v="41" actId="20577"/>
        <pc:sldMkLst>
          <pc:docMk/>
          <pc:sldMk cId="2073188551" sldId="437"/>
        </pc:sldMkLst>
        <pc:spChg chg="mod">
          <ac:chgData name="Jorrit Slaats" userId="c93376db-fdb6-4ff4-85ad-2a7cc904a5f1" providerId="ADAL" clId="{16263329-BC3E-4830-B20F-DC4A5B7CCDB6}" dt="2026-07-02T11:42:07.214" v="41" actId="20577"/>
          <ac:spMkLst>
            <pc:docMk/>
            <pc:sldMk cId="2073188551" sldId="437"/>
            <ac:spMk id="4" creationId="{AA2E27DD-C85A-76C8-63A3-DA4F8E2AD575}"/>
          </ac:spMkLst>
        </pc:spChg>
      </pc:sldChg>
      <pc:sldChg chg="modSp mod">
        <pc:chgData name="Jorrit Slaats" userId="c93376db-fdb6-4ff4-85ad-2a7cc904a5f1" providerId="ADAL" clId="{16263329-BC3E-4830-B20F-DC4A5B7CCDB6}" dt="2026-07-02T12:16:19.571" v="439" actId="6549"/>
        <pc:sldMkLst>
          <pc:docMk/>
          <pc:sldMk cId="728719213" sldId="438"/>
        </pc:sldMkLst>
        <pc:spChg chg="mod">
          <ac:chgData name="Jorrit Slaats" userId="c93376db-fdb6-4ff4-85ad-2a7cc904a5f1" providerId="ADAL" clId="{16263329-BC3E-4830-B20F-DC4A5B7CCDB6}" dt="2026-07-02T12:16:19.571" v="439" actId="6549"/>
          <ac:spMkLst>
            <pc:docMk/>
            <pc:sldMk cId="728719213" sldId="438"/>
            <ac:spMk id="4" creationId="{A569BB10-D417-8903-5351-EA7A588DC645}"/>
          </ac:spMkLst>
        </pc:spChg>
      </pc:sldChg>
      <pc:sldChg chg="modSp mod">
        <pc:chgData name="Jorrit Slaats" userId="c93376db-fdb6-4ff4-85ad-2a7cc904a5f1" providerId="ADAL" clId="{16263329-BC3E-4830-B20F-DC4A5B7CCDB6}" dt="2026-07-02T12:13:38.939" v="344" actId="1076"/>
        <pc:sldMkLst>
          <pc:docMk/>
          <pc:sldMk cId="957611398" sldId="440"/>
        </pc:sldMkLst>
        <pc:spChg chg="mod">
          <ac:chgData name="Jorrit Slaats" userId="c93376db-fdb6-4ff4-85ad-2a7cc904a5f1" providerId="ADAL" clId="{16263329-BC3E-4830-B20F-DC4A5B7CCDB6}" dt="2026-07-02T12:13:38.939" v="344" actId="1076"/>
          <ac:spMkLst>
            <pc:docMk/>
            <pc:sldMk cId="957611398" sldId="440"/>
            <ac:spMk id="2" creationId="{AC5ADCEB-166E-8E68-B11F-F86F3DF8728A}"/>
          </ac:spMkLst>
        </pc:spChg>
        <pc:spChg chg="mod">
          <ac:chgData name="Jorrit Slaats" userId="c93376db-fdb6-4ff4-85ad-2a7cc904a5f1" providerId="ADAL" clId="{16263329-BC3E-4830-B20F-DC4A5B7CCDB6}" dt="2026-07-02T12:13:38.939" v="344" actId="1076"/>
          <ac:spMkLst>
            <pc:docMk/>
            <pc:sldMk cId="957611398" sldId="440"/>
            <ac:spMk id="4" creationId="{29501851-EF7C-7373-CF50-4768E967A61F}"/>
          </ac:spMkLst>
        </pc:spChg>
        <pc:spChg chg="mod">
          <ac:chgData name="Jorrit Slaats" userId="c93376db-fdb6-4ff4-85ad-2a7cc904a5f1" providerId="ADAL" clId="{16263329-BC3E-4830-B20F-DC4A5B7CCDB6}" dt="2026-07-02T12:13:34.435" v="343" actId="1076"/>
          <ac:spMkLst>
            <pc:docMk/>
            <pc:sldMk cId="957611398" sldId="440"/>
            <ac:spMk id="15" creationId="{2755AC88-C779-134A-746D-9EF9B26A4F36}"/>
          </ac:spMkLst>
        </pc:spChg>
      </pc:sldChg>
      <pc:sldChg chg="addSp delSp modSp mod">
        <pc:chgData name="Jorrit Slaats" userId="c93376db-fdb6-4ff4-85ad-2a7cc904a5f1" providerId="ADAL" clId="{16263329-BC3E-4830-B20F-DC4A5B7CCDB6}" dt="2026-07-02T12:26:55.319" v="489" actId="1076"/>
        <pc:sldMkLst>
          <pc:docMk/>
          <pc:sldMk cId="869913216" sldId="441"/>
        </pc:sldMkLst>
        <pc:picChg chg="del">
          <ac:chgData name="Jorrit Slaats" userId="c93376db-fdb6-4ff4-85ad-2a7cc904a5f1" providerId="ADAL" clId="{16263329-BC3E-4830-B20F-DC4A5B7CCDB6}" dt="2026-07-02T12:26:47.592" v="485" actId="478"/>
          <ac:picMkLst>
            <pc:docMk/>
            <pc:sldMk cId="869913216" sldId="441"/>
            <ac:picMk id="3" creationId="{190DC186-0524-9727-4CFA-1D0DF680851B}"/>
          </ac:picMkLst>
        </pc:picChg>
        <pc:picChg chg="add mod">
          <ac:chgData name="Jorrit Slaats" userId="c93376db-fdb6-4ff4-85ad-2a7cc904a5f1" providerId="ADAL" clId="{16263329-BC3E-4830-B20F-DC4A5B7CCDB6}" dt="2026-07-02T12:26:55.319" v="489" actId="1076"/>
          <ac:picMkLst>
            <pc:docMk/>
            <pc:sldMk cId="869913216" sldId="441"/>
            <ac:picMk id="4" creationId="{5E60B883-61BA-7044-B3DB-452D0D3F8C16}"/>
          </ac:picMkLst>
        </pc:picChg>
      </pc:sldChg>
      <pc:sldChg chg="modSp mod">
        <pc:chgData name="Jorrit Slaats" userId="c93376db-fdb6-4ff4-85ad-2a7cc904a5f1" providerId="ADAL" clId="{16263329-BC3E-4830-B20F-DC4A5B7CCDB6}" dt="2026-07-02T12:18:12.831" v="484" actId="20577"/>
        <pc:sldMkLst>
          <pc:docMk/>
          <pc:sldMk cId="2100630232" sldId="442"/>
        </pc:sldMkLst>
        <pc:spChg chg="mod">
          <ac:chgData name="Jorrit Slaats" userId="c93376db-fdb6-4ff4-85ad-2a7cc904a5f1" providerId="ADAL" clId="{16263329-BC3E-4830-B20F-DC4A5B7CCDB6}" dt="2026-07-02T12:18:12.831" v="484" actId="20577"/>
          <ac:spMkLst>
            <pc:docMk/>
            <pc:sldMk cId="2100630232" sldId="442"/>
            <ac:spMk id="4" creationId="{37880D1B-EA78-5002-BD4A-6BDB6BF6AB3D}"/>
          </ac:spMkLst>
        </pc:spChg>
      </pc:sldChg>
      <pc:sldChg chg="addSp delSp modSp mod">
        <pc:chgData name="Jorrit Slaats" userId="c93376db-fdb6-4ff4-85ad-2a7cc904a5f1" providerId="ADAL" clId="{16263329-BC3E-4830-B20F-DC4A5B7CCDB6}" dt="2026-07-02T13:02:31.887" v="493" actId="14100"/>
        <pc:sldMkLst>
          <pc:docMk/>
          <pc:sldMk cId="3692160851" sldId="445"/>
        </pc:sldMkLst>
        <pc:picChg chg="add mod">
          <ac:chgData name="Jorrit Slaats" userId="c93376db-fdb6-4ff4-85ad-2a7cc904a5f1" providerId="ADAL" clId="{16263329-BC3E-4830-B20F-DC4A5B7CCDB6}" dt="2026-07-02T13:02:31.887" v="493" actId="14100"/>
          <ac:picMkLst>
            <pc:docMk/>
            <pc:sldMk cId="3692160851" sldId="445"/>
            <ac:picMk id="3" creationId="{4E6D1D97-2B97-833E-2E3C-42A4CDC2DDE5}"/>
          </ac:picMkLst>
        </pc:picChg>
        <pc:picChg chg="del">
          <ac:chgData name="Jorrit Slaats" userId="c93376db-fdb6-4ff4-85ad-2a7cc904a5f1" providerId="ADAL" clId="{16263329-BC3E-4830-B20F-DC4A5B7CCDB6}" dt="2026-07-02T13:02:08.071" v="490" actId="478"/>
          <ac:picMkLst>
            <pc:docMk/>
            <pc:sldMk cId="3692160851" sldId="445"/>
            <ac:picMk id="4" creationId="{9CD621C5-387A-A2BE-93E3-CBC5DBB4D2B8}"/>
          </ac:picMkLst>
        </pc:picChg>
      </pc:sldChg>
      <pc:sldChg chg="addSp delSp modSp mod">
        <pc:chgData name="Jorrit Slaats" userId="c93376db-fdb6-4ff4-85ad-2a7cc904a5f1" providerId="ADAL" clId="{16263329-BC3E-4830-B20F-DC4A5B7CCDB6}" dt="2026-06-24T08:32:00.512" v="11" actId="1076"/>
        <pc:sldMkLst>
          <pc:docMk/>
          <pc:sldMk cId="402407264" sldId="446"/>
        </pc:sldMkLst>
        <pc:picChg chg="add mod">
          <ac:chgData name="Jorrit Slaats" userId="c93376db-fdb6-4ff4-85ad-2a7cc904a5f1" providerId="ADAL" clId="{16263329-BC3E-4830-B20F-DC4A5B7CCDB6}" dt="2026-06-24T08:32:00.512" v="11" actId="1076"/>
          <ac:picMkLst>
            <pc:docMk/>
            <pc:sldMk cId="402407264" sldId="446"/>
            <ac:picMk id="4" creationId="{4E7502CA-4BEF-8905-F5A4-84E380768ED2}"/>
          </ac:picMkLst>
        </pc:picChg>
      </pc:sldChg>
      <pc:sldChg chg="addSp delSp modSp mod">
        <pc:chgData name="Jorrit Slaats" userId="c93376db-fdb6-4ff4-85ad-2a7cc904a5f1" providerId="ADAL" clId="{16263329-BC3E-4830-B20F-DC4A5B7CCDB6}" dt="2026-06-24T08:31:09.675" v="6" actId="1076"/>
        <pc:sldMkLst>
          <pc:docMk/>
          <pc:sldMk cId="4248724906" sldId="447"/>
        </pc:sldMkLst>
        <pc:spChg chg="mod">
          <ac:chgData name="Jorrit Slaats" userId="c93376db-fdb6-4ff4-85ad-2a7cc904a5f1" providerId="ADAL" clId="{16263329-BC3E-4830-B20F-DC4A5B7CCDB6}" dt="2026-06-24T08:31:09.675" v="6" actId="1076"/>
          <ac:spMkLst>
            <pc:docMk/>
            <pc:sldMk cId="4248724906" sldId="447"/>
            <ac:spMk id="15" creationId="{5410928E-297A-C221-F2ED-8DA73FC7D0E8}"/>
          </ac:spMkLst>
        </pc:spChg>
        <pc:picChg chg="add mod">
          <ac:chgData name="Jorrit Slaats" userId="c93376db-fdb6-4ff4-85ad-2a7cc904a5f1" providerId="ADAL" clId="{16263329-BC3E-4830-B20F-DC4A5B7CCDB6}" dt="2026-06-24T08:31:04.785" v="5" actId="14100"/>
          <ac:picMkLst>
            <pc:docMk/>
            <pc:sldMk cId="4248724906" sldId="447"/>
            <ac:picMk id="4" creationId="{7615FF6B-FB92-B5CD-E65F-1E6E12C1018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ECBB7-C7D3-6A42-95AE-9871A8CC767F}" type="datetimeFigureOut">
              <a:rPr lang="en-NL" smtClean="0"/>
              <a:t>07/02/2026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BEA60-77C5-9141-AA12-0D95B120667E}" type="slidenum">
              <a:rPr lang="en-NL" smtClean="0"/>
              <a:t>‹#›</a:t>
            </a:fld>
            <a:endParaRPr lang="en-NL"/>
          </a:p>
        </p:txBody>
      </p:sp>
    </p:spTree>
    <p:extLst>
      <p:ext uri="{BB962C8B-B14F-4D97-AF65-F5344CB8AC3E}">
        <p14:creationId xmlns:p14="http://schemas.microsoft.com/office/powerpoint/2010/main" val="3154765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ADBEA60-77C5-9141-AA12-0D95B120667E}" type="slidenum">
              <a:rPr lang="en-NL" smtClean="0"/>
              <a:t>1</a:t>
            </a:fld>
            <a:endParaRPr lang="en-NL"/>
          </a:p>
        </p:txBody>
      </p:sp>
    </p:spTree>
    <p:extLst>
      <p:ext uri="{BB962C8B-B14F-4D97-AF65-F5344CB8AC3E}">
        <p14:creationId xmlns:p14="http://schemas.microsoft.com/office/powerpoint/2010/main" val="14098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ADBEA60-77C5-9141-AA12-0D95B120667E}" type="slidenum">
              <a:rPr lang="en-NL" smtClean="0"/>
              <a:t>2</a:t>
            </a:fld>
            <a:endParaRPr lang="en-NL"/>
          </a:p>
        </p:txBody>
      </p:sp>
    </p:spTree>
    <p:extLst>
      <p:ext uri="{BB962C8B-B14F-4D97-AF65-F5344CB8AC3E}">
        <p14:creationId xmlns:p14="http://schemas.microsoft.com/office/powerpoint/2010/main" val="3992079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8C8F5-654A-2EC5-618A-5950C929D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06A00-D770-E676-3C70-79CF4F7C3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B3F71-E013-C5DA-0492-2CC373EB3930}"/>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B0D72451-056A-253B-6D2C-2FACB62DDBDD}"/>
              </a:ext>
            </a:extLst>
          </p:cNvPr>
          <p:cNvSpPr>
            <a:spLocks noGrp="1"/>
          </p:cNvSpPr>
          <p:nvPr>
            <p:ph type="sldNum" sz="quarter" idx="5"/>
          </p:nvPr>
        </p:nvSpPr>
        <p:spPr/>
        <p:txBody>
          <a:bodyPr/>
          <a:lstStyle/>
          <a:p>
            <a:fld id="{CADBEA60-77C5-9141-AA12-0D95B120667E}" type="slidenum">
              <a:rPr lang="en-NL" smtClean="0"/>
              <a:t>3</a:t>
            </a:fld>
            <a:endParaRPr lang="en-NL"/>
          </a:p>
        </p:txBody>
      </p:sp>
    </p:spTree>
    <p:extLst>
      <p:ext uri="{BB962C8B-B14F-4D97-AF65-F5344CB8AC3E}">
        <p14:creationId xmlns:p14="http://schemas.microsoft.com/office/powerpoint/2010/main" val="2469438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E858B-F1EA-D6DE-40E0-B33148859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9F1B1-6317-5316-2954-B2FFCD7BE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F440E-1F2C-CEDA-7D40-048E61F007D6}"/>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87B38B1B-F94E-A709-1FA9-3A77CC935A43}"/>
              </a:ext>
            </a:extLst>
          </p:cNvPr>
          <p:cNvSpPr>
            <a:spLocks noGrp="1"/>
          </p:cNvSpPr>
          <p:nvPr>
            <p:ph type="sldNum" sz="quarter" idx="5"/>
          </p:nvPr>
        </p:nvSpPr>
        <p:spPr/>
        <p:txBody>
          <a:bodyPr/>
          <a:lstStyle/>
          <a:p>
            <a:fld id="{CADBEA60-77C5-9141-AA12-0D95B120667E}" type="slidenum">
              <a:rPr lang="en-NL" smtClean="0"/>
              <a:t>4</a:t>
            </a:fld>
            <a:endParaRPr lang="en-NL"/>
          </a:p>
        </p:txBody>
      </p:sp>
    </p:spTree>
    <p:extLst>
      <p:ext uri="{BB962C8B-B14F-4D97-AF65-F5344CB8AC3E}">
        <p14:creationId xmlns:p14="http://schemas.microsoft.com/office/powerpoint/2010/main" val="2508851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D9D9B-4F62-618C-DAA8-A2E51A71EB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6D5B6-CE9E-D5C0-485E-AE9B661A43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97450-5337-930B-A8D3-86284A887A1A}"/>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BBD3289F-82D9-5FA6-0CB9-235C2141DB4F}"/>
              </a:ext>
            </a:extLst>
          </p:cNvPr>
          <p:cNvSpPr>
            <a:spLocks noGrp="1"/>
          </p:cNvSpPr>
          <p:nvPr>
            <p:ph type="sldNum" sz="quarter" idx="5"/>
          </p:nvPr>
        </p:nvSpPr>
        <p:spPr/>
        <p:txBody>
          <a:bodyPr/>
          <a:lstStyle/>
          <a:p>
            <a:fld id="{CADBEA60-77C5-9141-AA12-0D95B120667E}" type="slidenum">
              <a:rPr lang="en-NL" smtClean="0"/>
              <a:t>5</a:t>
            </a:fld>
            <a:endParaRPr lang="en-NL"/>
          </a:p>
        </p:txBody>
      </p:sp>
    </p:spTree>
    <p:extLst>
      <p:ext uri="{BB962C8B-B14F-4D97-AF65-F5344CB8AC3E}">
        <p14:creationId xmlns:p14="http://schemas.microsoft.com/office/powerpoint/2010/main" val="2428579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74D96-8AFD-FCA9-8A1F-4C786E768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A0DA2-2416-078D-ADE2-B786439C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35E0F-8E25-E0A5-3512-E0BC571E6328}"/>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5A6BF5B6-50BA-9CBB-8A56-B0D2693C24D2}"/>
              </a:ext>
            </a:extLst>
          </p:cNvPr>
          <p:cNvSpPr>
            <a:spLocks noGrp="1"/>
          </p:cNvSpPr>
          <p:nvPr>
            <p:ph type="sldNum" sz="quarter" idx="5"/>
          </p:nvPr>
        </p:nvSpPr>
        <p:spPr/>
        <p:txBody>
          <a:bodyPr/>
          <a:lstStyle/>
          <a:p>
            <a:fld id="{CADBEA60-77C5-9141-AA12-0D95B120667E}" type="slidenum">
              <a:rPr lang="en-NL" smtClean="0"/>
              <a:t>6</a:t>
            </a:fld>
            <a:endParaRPr lang="en-NL"/>
          </a:p>
        </p:txBody>
      </p:sp>
    </p:spTree>
    <p:extLst>
      <p:ext uri="{BB962C8B-B14F-4D97-AF65-F5344CB8AC3E}">
        <p14:creationId xmlns:p14="http://schemas.microsoft.com/office/powerpoint/2010/main" val="351973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4B74-5CF3-D456-701E-1559070FD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72372-85C3-051A-280E-F2A88A12E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D70A8-1F54-C9C2-7865-03D631076EC8}"/>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BB5F3186-1200-4064-3889-AFEF4CAD4BA8}"/>
              </a:ext>
            </a:extLst>
          </p:cNvPr>
          <p:cNvSpPr>
            <a:spLocks noGrp="1"/>
          </p:cNvSpPr>
          <p:nvPr>
            <p:ph type="sldNum" sz="quarter" idx="5"/>
          </p:nvPr>
        </p:nvSpPr>
        <p:spPr/>
        <p:txBody>
          <a:bodyPr/>
          <a:lstStyle/>
          <a:p>
            <a:fld id="{CADBEA60-77C5-9141-AA12-0D95B120667E}" type="slidenum">
              <a:rPr lang="en-NL" smtClean="0"/>
              <a:t>7</a:t>
            </a:fld>
            <a:endParaRPr lang="en-NL"/>
          </a:p>
        </p:txBody>
      </p:sp>
    </p:spTree>
    <p:extLst>
      <p:ext uri="{BB962C8B-B14F-4D97-AF65-F5344CB8AC3E}">
        <p14:creationId xmlns:p14="http://schemas.microsoft.com/office/powerpoint/2010/main" val="2890452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5DCED-DEF3-E1B0-F248-3382FE351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A6005-0606-9DBE-D587-A8B90215B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A1438-975C-881C-E53C-6925BF25ABC4}"/>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24F11EB0-0FDB-B4E2-1335-42B93AC97D3F}"/>
              </a:ext>
            </a:extLst>
          </p:cNvPr>
          <p:cNvSpPr>
            <a:spLocks noGrp="1"/>
          </p:cNvSpPr>
          <p:nvPr>
            <p:ph type="sldNum" sz="quarter" idx="5"/>
          </p:nvPr>
        </p:nvSpPr>
        <p:spPr/>
        <p:txBody>
          <a:bodyPr/>
          <a:lstStyle/>
          <a:p>
            <a:fld id="{CADBEA60-77C5-9141-AA12-0D95B120667E}" type="slidenum">
              <a:rPr lang="en-NL" smtClean="0"/>
              <a:t>8</a:t>
            </a:fld>
            <a:endParaRPr lang="en-NL"/>
          </a:p>
        </p:txBody>
      </p:sp>
    </p:spTree>
    <p:extLst>
      <p:ext uri="{BB962C8B-B14F-4D97-AF65-F5344CB8AC3E}">
        <p14:creationId xmlns:p14="http://schemas.microsoft.com/office/powerpoint/2010/main" val="29630670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B659B-ACA3-712F-BBE7-70229ABD1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8F8C4-23E6-A747-0051-CBF00EEEE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3EB60-3307-3479-B83F-A5E72AE81730}"/>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0EC69599-766F-26C2-4B7D-43740B2B5301}"/>
              </a:ext>
            </a:extLst>
          </p:cNvPr>
          <p:cNvSpPr>
            <a:spLocks noGrp="1"/>
          </p:cNvSpPr>
          <p:nvPr>
            <p:ph type="sldNum" sz="quarter" idx="5"/>
          </p:nvPr>
        </p:nvSpPr>
        <p:spPr/>
        <p:txBody>
          <a:bodyPr/>
          <a:lstStyle/>
          <a:p>
            <a:fld id="{CADBEA60-77C5-9141-AA12-0D95B120667E}" type="slidenum">
              <a:rPr lang="en-NL" smtClean="0"/>
              <a:t>9</a:t>
            </a:fld>
            <a:endParaRPr lang="en-NL"/>
          </a:p>
        </p:txBody>
      </p:sp>
    </p:spTree>
    <p:extLst>
      <p:ext uri="{BB962C8B-B14F-4D97-AF65-F5344CB8AC3E}">
        <p14:creationId xmlns:p14="http://schemas.microsoft.com/office/powerpoint/2010/main" val="1851458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E510F-2E62-5FD1-2263-1E812F443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FE47D-3479-BF30-ED04-4EEEFD002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C6DFB-EF75-AFC7-7DC9-B081414783FF}"/>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A8E7CE1E-96B0-5BDC-D934-00DB7DFA5045}"/>
              </a:ext>
            </a:extLst>
          </p:cNvPr>
          <p:cNvSpPr>
            <a:spLocks noGrp="1"/>
          </p:cNvSpPr>
          <p:nvPr>
            <p:ph type="sldNum" sz="quarter" idx="5"/>
          </p:nvPr>
        </p:nvSpPr>
        <p:spPr/>
        <p:txBody>
          <a:bodyPr/>
          <a:lstStyle/>
          <a:p>
            <a:fld id="{CADBEA60-77C5-9141-AA12-0D95B120667E}" type="slidenum">
              <a:rPr lang="en-NL" smtClean="0"/>
              <a:t>10</a:t>
            </a:fld>
            <a:endParaRPr lang="en-NL"/>
          </a:p>
        </p:txBody>
      </p:sp>
    </p:spTree>
    <p:extLst>
      <p:ext uri="{BB962C8B-B14F-4D97-AF65-F5344CB8AC3E}">
        <p14:creationId xmlns:p14="http://schemas.microsoft.com/office/powerpoint/2010/main" val="3699141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AD6B-C77C-F7C6-516C-6D1EC274D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E4896-BCEF-BF9F-B749-447501C2F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3E6A2-5742-E115-BFFE-72ED1AD11270}"/>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716F38C7-ECBF-5769-634B-96114DB97658}"/>
              </a:ext>
            </a:extLst>
          </p:cNvPr>
          <p:cNvSpPr>
            <a:spLocks noGrp="1"/>
          </p:cNvSpPr>
          <p:nvPr>
            <p:ph type="sldNum" sz="quarter" idx="5"/>
          </p:nvPr>
        </p:nvSpPr>
        <p:spPr/>
        <p:txBody>
          <a:bodyPr/>
          <a:lstStyle/>
          <a:p>
            <a:fld id="{CADBEA60-77C5-9141-AA12-0D95B120667E}" type="slidenum">
              <a:rPr lang="en-NL" smtClean="0"/>
              <a:t>11</a:t>
            </a:fld>
            <a:endParaRPr lang="en-NL"/>
          </a:p>
        </p:txBody>
      </p:sp>
    </p:spTree>
    <p:extLst>
      <p:ext uri="{BB962C8B-B14F-4D97-AF65-F5344CB8AC3E}">
        <p14:creationId xmlns:p14="http://schemas.microsoft.com/office/powerpoint/2010/main" val="4250693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8F624-2527-0C18-D2DB-E09D75D07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BAB8D-2E59-0D36-2B01-0D9B571C0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6B1614-98BF-CE6D-D83D-1BE4ADDCC216}"/>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304788DE-7CC6-2999-0DCC-B145EC2D85E7}"/>
              </a:ext>
            </a:extLst>
          </p:cNvPr>
          <p:cNvSpPr>
            <a:spLocks noGrp="1"/>
          </p:cNvSpPr>
          <p:nvPr>
            <p:ph type="sldNum" sz="quarter" idx="5"/>
          </p:nvPr>
        </p:nvSpPr>
        <p:spPr/>
        <p:txBody>
          <a:bodyPr/>
          <a:lstStyle/>
          <a:p>
            <a:fld id="{CADBEA60-77C5-9141-AA12-0D95B120667E}" type="slidenum">
              <a:rPr lang="en-NL" smtClean="0"/>
              <a:t>12</a:t>
            </a:fld>
            <a:endParaRPr lang="en-NL"/>
          </a:p>
        </p:txBody>
      </p:sp>
    </p:spTree>
    <p:extLst>
      <p:ext uri="{BB962C8B-B14F-4D97-AF65-F5344CB8AC3E}">
        <p14:creationId xmlns:p14="http://schemas.microsoft.com/office/powerpoint/2010/main" val="3187658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C6416-F6E9-7E3F-4340-E05EF03C9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86C7D-7280-EEC4-0CAA-00901F30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9CDBE-A842-F8DC-DC98-7B52B3F8772D}"/>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63E6ABE8-0A6E-4630-AB75-80DFD3809494}"/>
              </a:ext>
            </a:extLst>
          </p:cNvPr>
          <p:cNvSpPr>
            <a:spLocks noGrp="1"/>
          </p:cNvSpPr>
          <p:nvPr>
            <p:ph type="sldNum" sz="quarter" idx="5"/>
          </p:nvPr>
        </p:nvSpPr>
        <p:spPr/>
        <p:txBody>
          <a:bodyPr/>
          <a:lstStyle/>
          <a:p>
            <a:fld id="{CADBEA60-77C5-9141-AA12-0D95B120667E}" type="slidenum">
              <a:rPr lang="en-NL" smtClean="0"/>
              <a:t>13</a:t>
            </a:fld>
            <a:endParaRPr lang="en-NL"/>
          </a:p>
        </p:txBody>
      </p:sp>
    </p:spTree>
    <p:extLst>
      <p:ext uri="{BB962C8B-B14F-4D97-AF65-F5344CB8AC3E}">
        <p14:creationId xmlns:p14="http://schemas.microsoft.com/office/powerpoint/2010/main" val="2855151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792D3-DFD8-F1F2-28CC-695C02E89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8FD0B-9720-3DCF-5287-52D738FFE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EEBC3F-6CA1-AF66-4172-F2EB69A407D8}"/>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CCDDDD1B-B1CE-B4EA-5E7A-1054C05527B7}"/>
              </a:ext>
            </a:extLst>
          </p:cNvPr>
          <p:cNvSpPr>
            <a:spLocks noGrp="1"/>
          </p:cNvSpPr>
          <p:nvPr>
            <p:ph type="sldNum" sz="quarter" idx="5"/>
          </p:nvPr>
        </p:nvSpPr>
        <p:spPr/>
        <p:txBody>
          <a:bodyPr/>
          <a:lstStyle/>
          <a:p>
            <a:fld id="{CADBEA60-77C5-9141-AA12-0D95B120667E}" type="slidenum">
              <a:rPr lang="en-NL" smtClean="0"/>
              <a:t>14</a:t>
            </a:fld>
            <a:endParaRPr lang="en-NL"/>
          </a:p>
        </p:txBody>
      </p:sp>
    </p:spTree>
    <p:extLst>
      <p:ext uri="{BB962C8B-B14F-4D97-AF65-F5344CB8AC3E}">
        <p14:creationId xmlns:p14="http://schemas.microsoft.com/office/powerpoint/2010/main" val="4194498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1385-ECEE-2C8E-2FF5-DF8A68FEA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D5360-1729-396A-8B50-244CF0BD0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6C58C-AFEE-7B54-4D56-40633AE5E0A1}"/>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C0281B88-7821-B845-CC8D-F6544489AA2A}"/>
              </a:ext>
            </a:extLst>
          </p:cNvPr>
          <p:cNvSpPr>
            <a:spLocks noGrp="1"/>
          </p:cNvSpPr>
          <p:nvPr>
            <p:ph type="sldNum" sz="quarter" idx="5"/>
          </p:nvPr>
        </p:nvSpPr>
        <p:spPr/>
        <p:txBody>
          <a:bodyPr/>
          <a:lstStyle/>
          <a:p>
            <a:fld id="{CADBEA60-77C5-9141-AA12-0D95B120667E}" type="slidenum">
              <a:rPr lang="en-NL" smtClean="0"/>
              <a:t>15</a:t>
            </a:fld>
            <a:endParaRPr lang="en-NL"/>
          </a:p>
        </p:txBody>
      </p:sp>
    </p:spTree>
    <p:extLst>
      <p:ext uri="{BB962C8B-B14F-4D97-AF65-F5344CB8AC3E}">
        <p14:creationId xmlns:p14="http://schemas.microsoft.com/office/powerpoint/2010/main" val="944462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84F55-F7C5-0FFD-6B2C-8EFC942CF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94E6F-6194-CE83-AA7E-5449E7338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A4959-EB40-CBF0-D681-D524A084AFDE}"/>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1BB0BD55-016B-D898-9472-B46F4F148CE2}"/>
              </a:ext>
            </a:extLst>
          </p:cNvPr>
          <p:cNvSpPr>
            <a:spLocks noGrp="1"/>
          </p:cNvSpPr>
          <p:nvPr>
            <p:ph type="sldNum" sz="quarter" idx="5"/>
          </p:nvPr>
        </p:nvSpPr>
        <p:spPr/>
        <p:txBody>
          <a:bodyPr/>
          <a:lstStyle/>
          <a:p>
            <a:fld id="{CADBEA60-77C5-9141-AA12-0D95B120667E}" type="slidenum">
              <a:rPr lang="en-NL" smtClean="0"/>
              <a:t>16</a:t>
            </a:fld>
            <a:endParaRPr lang="en-NL"/>
          </a:p>
        </p:txBody>
      </p:sp>
    </p:spTree>
    <p:extLst>
      <p:ext uri="{BB962C8B-B14F-4D97-AF65-F5344CB8AC3E}">
        <p14:creationId xmlns:p14="http://schemas.microsoft.com/office/powerpoint/2010/main" val="17306508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90A77-CAC6-1C43-58F3-A94E5EB34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11348E-E510-EAAC-AB6F-059DC5890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963671-5413-A336-D147-BCB8FA8387FC}"/>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6E580F89-1C4B-F0DF-CDCA-99395E6D88AF}"/>
              </a:ext>
            </a:extLst>
          </p:cNvPr>
          <p:cNvSpPr>
            <a:spLocks noGrp="1"/>
          </p:cNvSpPr>
          <p:nvPr>
            <p:ph type="sldNum" sz="quarter" idx="5"/>
          </p:nvPr>
        </p:nvSpPr>
        <p:spPr/>
        <p:txBody>
          <a:bodyPr/>
          <a:lstStyle/>
          <a:p>
            <a:fld id="{CADBEA60-77C5-9141-AA12-0D95B120667E}" type="slidenum">
              <a:rPr lang="en-NL" smtClean="0"/>
              <a:t>17</a:t>
            </a:fld>
            <a:endParaRPr lang="en-NL"/>
          </a:p>
        </p:txBody>
      </p:sp>
    </p:spTree>
    <p:extLst>
      <p:ext uri="{BB962C8B-B14F-4D97-AF65-F5344CB8AC3E}">
        <p14:creationId xmlns:p14="http://schemas.microsoft.com/office/powerpoint/2010/main" val="43130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ADF17-CA27-B658-18DA-B76BC25E3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7344D-C0C7-0124-8630-113AE16BD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014B07-2537-E9E1-FA9E-176560AD7ED3}"/>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F051B8AA-2653-402E-3EAF-63BD02D7B2DF}"/>
              </a:ext>
            </a:extLst>
          </p:cNvPr>
          <p:cNvSpPr>
            <a:spLocks noGrp="1"/>
          </p:cNvSpPr>
          <p:nvPr>
            <p:ph type="sldNum" sz="quarter" idx="5"/>
          </p:nvPr>
        </p:nvSpPr>
        <p:spPr/>
        <p:txBody>
          <a:bodyPr/>
          <a:lstStyle/>
          <a:p>
            <a:fld id="{CADBEA60-77C5-9141-AA12-0D95B120667E}" type="slidenum">
              <a:rPr lang="en-NL" smtClean="0"/>
              <a:t>18</a:t>
            </a:fld>
            <a:endParaRPr lang="en-NL"/>
          </a:p>
        </p:txBody>
      </p:sp>
    </p:spTree>
    <p:extLst>
      <p:ext uri="{BB962C8B-B14F-4D97-AF65-F5344CB8AC3E}">
        <p14:creationId xmlns:p14="http://schemas.microsoft.com/office/powerpoint/2010/main" val="32333792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04BAC-EAD6-1221-6A13-3E0C972C7E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C1C8E-8E8C-56FB-B35C-185AF0F3C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CF698-47E0-2FB6-1F32-0864A29D3637}"/>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61EBFF8C-0CF6-9C2A-9604-755E7AB665CF}"/>
              </a:ext>
            </a:extLst>
          </p:cNvPr>
          <p:cNvSpPr>
            <a:spLocks noGrp="1"/>
          </p:cNvSpPr>
          <p:nvPr>
            <p:ph type="sldNum" sz="quarter" idx="5"/>
          </p:nvPr>
        </p:nvSpPr>
        <p:spPr/>
        <p:txBody>
          <a:bodyPr/>
          <a:lstStyle/>
          <a:p>
            <a:fld id="{CADBEA60-77C5-9141-AA12-0D95B120667E}" type="slidenum">
              <a:rPr lang="en-NL" smtClean="0"/>
              <a:t>19</a:t>
            </a:fld>
            <a:endParaRPr lang="en-NL"/>
          </a:p>
        </p:txBody>
      </p:sp>
    </p:spTree>
    <p:extLst>
      <p:ext uri="{BB962C8B-B14F-4D97-AF65-F5344CB8AC3E}">
        <p14:creationId xmlns:p14="http://schemas.microsoft.com/office/powerpoint/2010/main" val="6868168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B3C46-3BFB-72E8-E681-990E48D56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DC25E9-6115-A537-8E15-8FEBD1EB9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1ECC71-1DFE-BFA0-CCEB-E83558CD6B44}"/>
              </a:ext>
            </a:extLst>
          </p:cNvPr>
          <p:cNvSpPr>
            <a:spLocks noGrp="1"/>
          </p:cNvSpPr>
          <p:nvPr>
            <p:ph type="body" idx="1"/>
          </p:nvPr>
        </p:nvSpPr>
        <p:spPr/>
        <p:txBody>
          <a:bodyPr/>
          <a:lstStyle/>
          <a:p>
            <a:r>
              <a:rPr lang="nl-NL" dirty="0"/>
              <a:t>Want ik weet dat jullie je TDD </a:t>
            </a:r>
            <a:r>
              <a:rPr lang="nl-NL" dirty="0" err="1"/>
              <a:t>enzo</a:t>
            </a:r>
            <a:r>
              <a:rPr lang="nl-NL" dirty="0"/>
              <a:t> </a:t>
            </a:r>
            <a:r>
              <a:rPr lang="nl-NL"/>
              <a:t>gaan uitstellen!!!</a:t>
            </a:r>
            <a:endParaRPr lang="nl-NL" dirty="0"/>
          </a:p>
        </p:txBody>
      </p:sp>
      <p:sp>
        <p:nvSpPr>
          <p:cNvPr id="4" name="Slide Number Placeholder 3">
            <a:extLst>
              <a:ext uri="{FF2B5EF4-FFF2-40B4-BE49-F238E27FC236}">
                <a16:creationId xmlns:a16="http://schemas.microsoft.com/office/drawing/2014/main" id="{96439EF8-EFD5-EB5C-ABD0-79246701AC73}"/>
              </a:ext>
            </a:extLst>
          </p:cNvPr>
          <p:cNvSpPr>
            <a:spLocks noGrp="1"/>
          </p:cNvSpPr>
          <p:nvPr>
            <p:ph type="sldNum" sz="quarter" idx="5"/>
          </p:nvPr>
        </p:nvSpPr>
        <p:spPr/>
        <p:txBody>
          <a:bodyPr/>
          <a:lstStyle/>
          <a:p>
            <a:fld id="{CADBEA60-77C5-9141-AA12-0D95B120667E}" type="slidenum">
              <a:rPr lang="en-NL" smtClean="0"/>
              <a:t>20</a:t>
            </a:fld>
            <a:endParaRPr lang="en-NL"/>
          </a:p>
        </p:txBody>
      </p:sp>
    </p:spTree>
    <p:extLst>
      <p:ext uri="{BB962C8B-B14F-4D97-AF65-F5344CB8AC3E}">
        <p14:creationId xmlns:p14="http://schemas.microsoft.com/office/powerpoint/2010/main" val="3252913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E200E-6DDB-902F-9197-3ED08477C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6B566-CDA2-CA40-6A09-5D9D664D1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A4D48-06B2-54BD-8AD0-4943C5EF21AC}"/>
              </a:ext>
            </a:extLst>
          </p:cNvPr>
          <p:cNvSpPr>
            <a:spLocks noGrp="1"/>
          </p:cNvSpPr>
          <p:nvPr>
            <p:ph type="body" idx="1"/>
          </p:nvPr>
        </p:nvSpPr>
        <p:spPr/>
        <p:txBody>
          <a:bodyPr/>
          <a:lstStyle/>
          <a:p>
            <a:pPr marL="171450" indent="-171450">
              <a:buFontTx/>
              <a:buChar char="-"/>
            </a:pPr>
            <a:r>
              <a:rPr lang="nl-NL" dirty="0"/>
              <a:t>Net als op werk, mag je thuis werken. MAAR we verwachten wel dat je op school goed je best doet want daar oordelen we op. Je wordt dus iedere dag verwacht.</a:t>
            </a:r>
          </a:p>
          <a:p>
            <a:pPr marL="171450" indent="-171450">
              <a:buFontTx/>
              <a:buChar char="-"/>
            </a:pPr>
            <a:r>
              <a:rPr lang="nl-NL" dirty="0"/>
              <a:t>Ja! Alleen gelimiteerd van je beoordelaars. Ik ga niks voorzeggen, maar ik kan je in de goeie richting helpen. Je mag wel je collega’s vragen, net zoals je op het werk zou kunnen doen.</a:t>
            </a:r>
          </a:p>
          <a:p>
            <a:pPr marL="171450" indent="-171450">
              <a:buFontTx/>
              <a:buChar char="-"/>
            </a:pPr>
            <a:r>
              <a:rPr lang="nl-NL" dirty="0"/>
              <a:t>Je mag AI gebruiken, maar dit examen is bedoeld om te laten zien wat jij kan. Als je je code niet kan uitleggen of er geen features zijn die niet AI copy-</a:t>
            </a:r>
            <a:r>
              <a:rPr lang="nl-NL" dirty="0" err="1"/>
              <a:t>pastes</a:t>
            </a:r>
            <a:r>
              <a:rPr lang="nl-NL" dirty="0"/>
              <a:t> lijken heb je een probleem. Je MOET al je prompts opslaan.</a:t>
            </a:r>
          </a:p>
          <a:p>
            <a:pPr marL="171450" indent="-171450">
              <a:buFontTx/>
              <a:buChar char="-"/>
            </a:pPr>
            <a:r>
              <a:rPr lang="nl-NL" dirty="0"/>
              <a:t>NEEEEE!! Tuurlijk niet. Als je werk op plagiaat lijkt heb je een groot probleem. Hierom moet je je proces inzichtelijk maken en zorg dat je werk niet lijkt op dat van je klasgenoten.</a:t>
            </a:r>
          </a:p>
          <a:p>
            <a:pPr marL="171450" indent="-171450">
              <a:buFontTx/>
              <a:buChar char="-"/>
            </a:pPr>
            <a:r>
              <a:rPr lang="nl-NL" dirty="0"/>
              <a:t>Ja! MAAR behandel het als een werk plek. Als je iets doet wat je op je baan ontslagen zou krijgen faalt je examen automatisch. Denk aan gamen, te laat komen, etc.</a:t>
            </a:r>
          </a:p>
          <a:p>
            <a:pPr marL="171450" indent="-171450">
              <a:buFontTx/>
              <a:buChar char="-"/>
            </a:pPr>
            <a:r>
              <a:rPr lang="nl-NL" dirty="0"/>
              <a:t>Te laat en ziek kan. Bij te veel te laat wordt je ontslagen, vooral als dit slecht gecommuniceerd wordt. Bij teveel ziek of ziek bij de beoordeling kan je niet beoordeeld worden, een bericht naar de examen commissie is dan belangrijk!</a:t>
            </a:r>
          </a:p>
        </p:txBody>
      </p:sp>
      <p:sp>
        <p:nvSpPr>
          <p:cNvPr id="4" name="Slide Number Placeholder 3">
            <a:extLst>
              <a:ext uri="{FF2B5EF4-FFF2-40B4-BE49-F238E27FC236}">
                <a16:creationId xmlns:a16="http://schemas.microsoft.com/office/drawing/2014/main" id="{16C88E7B-BFE3-23A5-F016-A1E1D5B41707}"/>
              </a:ext>
            </a:extLst>
          </p:cNvPr>
          <p:cNvSpPr>
            <a:spLocks noGrp="1"/>
          </p:cNvSpPr>
          <p:nvPr>
            <p:ph type="sldNum" sz="quarter" idx="5"/>
          </p:nvPr>
        </p:nvSpPr>
        <p:spPr/>
        <p:txBody>
          <a:bodyPr/>
          <a:lstStyle/>
          <a:p>
            <a:fld id="{CADBEA60-77C5-9141-AA12-0D95B120667E}" type="slidenum">
              <a:rPr lang="en-NL" smtClean="0"/>
              <a:t>21</a:t>
            </a:fld>
            <a:endParaRPr lang="en-NL"/>
          </a:p>
        </p:txBody>
      </p:sp>
    </p:spTree>
    <p:extLst>
      <p:ext uri="{BB962C8B-B14F-4D97-AF65-F5344CB8AC3E}">
        <p14:creationId xmlns:p14="http://schemas.microsoft.com/office/powerpoint/2010/main" val="2454685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EE232-347C-54A6-638C-574C267CD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BE4F-D1D5-ECFE-A976-078C1C610F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C8845-E1C7-CC57-1218-67021C77E236}"/>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2C63E5F6-710F-02CF-D4DF-E8AC04D2F78F}"/>
              </a:ext>
            </a:extLst>
          </p:cNvPr>
          <p:cNvSpPr>
            <a:spLocks noGrp="1"/>
          </p:cNvSpPr>
          <p:nvPr>
            <p:ph type="sldNum" sz="quarter" idx="5"/>
          </p:nvPr>
        </p:nvSpPr>
        <p:spPr/>
        <p:txBody>
          <a:bodyPr/>
          <a:lstStyle/>
          <a:p>
            <a:fld id="{CADBEA60-77C5-9141-AA12-0D95B120667E}" type="slidenum">
              <a:rPr lang="en-NL" smtClean="0"/>
              <a:t>22</a:t>
            </a:fld>
            <a:endParaRPr lang="en-NL"/>
          </a:p>
        </p:txBody>
      </p:sp>
    </p:spTree>
    <p:extLst>
      <p:ext uri="{BB962C8B-B14F-4D97-AF65-F5344CB8AC3E}">
        <p14:creationId xmlns:p14="http://schemas.microsoft.com/office/powerpoint/2010/main" val="15659584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5"/>
          </p:nvPr>
        </p:nvSpPr>
        <p:spPr/>
        <p:txBody>
          <a:bodyPr/>
          <a:lstStyle/>
          <a:p>
            <a:fld id="{CADBEA60-77C5-9141-AA12-0D95B120667E}" type="slidenum">
              <a:rPr lang="en-NL" smtClean="0"/>
              <a:t>23</a:t>
            </a:fld>
            <a:endParaRPr lang="en-NL"/>
          </a:p>
        </p:txBody>
      </p:sp>
    </p:spTree>
    <p:extLst>
      <p:ext uri="{BB962C8B-B14F-4D97-AF65-F5344CB8AC3E}">
        <p14:creationId xmlns:p14="http://schemas.microsoft.com/office/powerpoint/2010/main" val="9819113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F524B-0650-0179-B0A1-9C6F9F5F3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D5832-9A85-139D-ACFF-653CE20CA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1202F-7EDF-6E17-BA88-E6A9609AA336}"/>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DAF5DCAC-CC64-D5D9-9FA2-D337426ECECC}"/>
              </a:ext>
            </a:extLst>
          </p:cNvPr>
          <p:cNvSpPr>
            <a:spLocks noGrp="1"/>
          </p:cNvSpPr>
          <p:nvPr>
            <p:ph type="sldNum" sz="quarter" idx="5"/>
          </p:nvPr>
        </p:nvSpPr>
        <p:spPr/>
        <p:txBody>
          <a:bodyPr/>
          <a:lstStyle/>
          <a:p>
            <a:fld id="{CADBEA60-77C5-9141-AA12-0D95B120667E}" type="slidenum">
              <a:rPr lang="en-NL" smtClean="0"/>
              <a:t>24</a:t>
            </a:fld>
            <a:endParaRPr lang="en-NL"/>
          </a:p>
        </p:txBody>
      </p:sp>
    </p:spTree>
    <p:extLst>
      <p:ext uri="{BB962C8B-B14F-4D97-AF65-F5344CB8AC3E}">
        <p14:creationId xmlns:p14="http://schemas.microsoft.com/office/powerpoint/2010/main" val="4915697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2D55A-AAC9-7D09-4A23-7C9A94B30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B4CAC-9918-4428-4C3E-E30D558DB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542C6-6608-3BCD-325D-CE6AC5A9E79E}"/>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76446D2B-167C-D9CF-100A-8DFD9B3A9D0D}"/>
              </a:ext>
            </a:extLst>
          </p:cNvPr>
          <p:cNvSpPr>
            <a:spLocks noGrp="1"/>
          </p:cNvSpPr>
          <p:nvPr>
            <p:ph type="sldNum" sz="quarter" idx="5"/>
          </p:nvPr>
        </p:nvSpPr>
        <p:spPr/>
        <p:txBody>
          <a:bodyPr/>
          <a:lstStyle/>
          <a:p>
            <a:fld id="{CADBEA60-77C5-9141-AA12-0D95B120667E}" type="slidenum">
              <a:rPr lang="en-NL" smtClean="0"/>
              <a:t>25</a:t>
            </a:fld>
            <a:endParaRPr lang="en-NL"/>
          </a:p>
        </p:txBody>
      </p:sp>
    </p:spTree>
    <p:extLst>
      <p:ext uri="{BB962C8B-B14F-4D97-AF65-F5344CB8AC3E}">
        <p14:creationId xmlns:p14="http://schemas.microsoft.com/office/powerpoint/2010/main" val="3337949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01614-7CE9-998C-9EB5-48B71332E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9F6047-5015-03BA-88DA-A412C5C06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06A82-DA9B-04EE-27BC-400D295B2417}"/>
              </a:ext>
            </a:extLst>
          </p:cNvPr>
          <p:cNvSpPr>
            <a:spLocks noGrp="1"/>
          </p:cNvSpPr>
          <p:nvPr>
            <p:ph type="body" idx="1"/>
          </p:nvPr>
        </p:nvSpPr>
        <p:spPr/>
        <p:txBody>
          <a:bodyPr/>
          <a:lstStyle/>
          <a:p>
            <a:endParaRPr lang="nl-NL" dirty="0"/>
          </a:p>
        </p:txBody>
      </p:sp>
      <p:sp>
        <p:nvSpPr>
          <p:cNvPr id="4" name="Slide Number Placeholder 3">
            <a:extLst>
              <a:ext uri="{FF2B5EF4-FFF2-40B4-BE49-F238E27FC236}">
                <a16:creationId xmlns:a16="http://schemas.microsoft.com/office/drawing/2014/main" id="{718A557F-8ED0-DE28-C5C3-288FC4782CA4}"/>
              </a:ext>
            </a:extLst>
          </p:cNvPr>
          <p:cNvSpPr>
            <a:spLocks noGrp="1"/>
          </p:cNvSpPr>
          <p:nvPr>
            <p:ph type="sldNum" sz="quarter" idx="5"/>
          </p:nvPr>
        </p:nvSpPr>
        <p:spPr/>
        <p:txBody>
          <a:bodyPr/>
          <a:lstStyle/>
          <a:p>
            <a:fld id="{CADBEA60-77C5-9141-AA12-0D95B120667E}" type="slidenum">
              <a:rPr lang="en-NL" smtClean="0"/>
              <a:t>26</a:t>
            </a:fld>
            <a:endParaRPr lang="en-NL"/>
          </a:p>
        </p:txBody>
      </p:sp>
    </p:spTree>
    <p:extLst>
      <p:ext uri="{BB962C8B-B14F-4D97-AF65-F5344CB8AC3E}">
        <p14:creationId xmlns:p14="http://schemas.microsoft.com/office/powerpoint/2010/main" val="2703004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1DEB-D415-27A4-5E08-68C9F4F878B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L"/>
          </a:p>
        </p:txBody>
      </p:sp>
      <p:sp>
        <p:nvSpPr>
          <p:cNvPr id="3" name="Subtitle 2">
            <a:extLst>
              <a:ext uri="{FF2B5EF4-FFF2-40B4-BE49-F238E27FC236}">
                <a16:creationId xmlns:a16="http://schemas.microsoft.com/office/drawing/2014/main" id="{541CD396-8AB7-0EAF-94E9-D61D37C465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L"/>
          </a:p>
        </p:txBody>
      </p:sp>
      <p:sp>
        <p:nvSpPr>
          <p:cNvPr id="4" name="Date Placeholder 3">
            <a:extLst>
              <a:ext uri="{FF2B5EF4-FFF2-40B4-BE49-F238E27FC236}">
                <a16:creationId xmlns:a16="http://schemas.microsoft.com/office/drawing/2014/main" id="{996F385B-7797-6A81-16AC-6DB68FD01B1D}"/>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5" name="Footer Placeholder 4">
            <a:extLst>
              <a:ext uri="{FF2B5EF4-FFF2-40B4-BE49-F238E27FC236}">
                <a16:creationId xmlns:a16="http://schemas.microsoft.com/office/drawing/2014/main" id="{2897F28A-4F00-FDE6-178C-F076410B943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DEAFF58-F13C-1C20-C7E6-7689917B2E3E}"/>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480937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7AD6-244E-C62E-536C-685295CAE505}"/>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D64B5534-5EBC-E1BC-814B-8E85D9637C4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6D092476-124A-0CBF-40E8-75168FB391B7}"/>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5" name="Footer Placeholder 4">
            <a:extLst>
              <a:ext uri="{FF2B5EF4-FFF2-40B4-BE49-F238E27FC236}">
                <a16:creationId xmlns:a16="http://schemas.microsoft.com/office/drawing/2014/main" id="{ADC8F622-7DFE-0F67-7FEE-998AB9E63AF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D6BF7AE-8F45-1191-E2D9-0FAA0C27EC05}"/>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2743994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0798A-34CB-40EE-9EAB-FA17C362A8B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L"/>
          </a:p>
        </p:txBody>
      </p:sp>
      <p:sp>
        <p:nvSpPr>
          <p:cNvPr id="3" name="Text Placeholder 2">
            <a:extLst>
              <a:ext uri="{FF2B5EF4-FFF2-40B4-BE49-F238E27FC236}">
                <a16:creationId xmlns:a16="http://schemas.microsoft.com/office/drawing/2014/main" id="{26D3867F-C2EA-49E0-D961-52A47065D9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A0DDF52-E961-E9D3-F412-10565DC8EE36}"/>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5" name="Footer Placeholder 4">
            <a:extLst>
              <a:ext uri="{FF2B5EF4-FFF2-40B4-BE49-F238E27FC236}">
                <a16:creationId xmlns:a16="http://schemas.microsoft.com/office/drawing/2014/main" id="{759186B7-23E9-6C36-9681-A2333DC2758A}"/>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4AAAB6E9-2E5C-C3A9-C0A1-2FB5CEF57498}"/>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2646676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92E6B-0F67-6AAA-EF24-8AD29BE85CBC}"/>
              </a:ext>
            </a:extLst>
          </p:cNvPr>
          <p:cNvSpPr>
            <a:spLocks noGrp="1"/>
          </p:cNvSpPr>
          <p:nvPr>
            <p:ph type="title"/>
          </p:nvPr>
        </p:nvSpPr>
        <p:spPr/>
        <p:txBody>
          <a:bodyPr/>
          <a:lstStyle/>
          <a:p>
            <a:r>
              <a:rPr lang="en-GB"/>
              <a:t>Click to edit Master title style</a:t>
            </a:r>
            <a:endParaRPr lang="en-NL"/>
          </a:p>
        </p:txBody>
      </p:sp>
      <p:sp>
        <p:nvSpPr>
          <p:cNvPr id="3" name="Content Placeholder 2">
            <a:extLst>
              <a:ext uri="{FF2B5EF4-FFF2-40B4-BE49-F238E27FC236}">
                <a16:creationId xmlns:a16="http://schemas.microsoft.com/office/drawing/2014/main" id="{8D80BF32-3F17-C74C-B0B3-E7E2210197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Content Placeholder 3">
            <a:extLst>
              <a:ext uri="{FF2B5EF4-FFF2-40B4-BE49-F238E27FC236}">
                <a16:creationId xmlns:a16="http://schemas.microsoft.com/office/drawing/2014/main" id="{9E47B545-8945-3D53-74FF-00FF9DA485B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Date Placeholder 4">
            <a:extLst>
              <a:ext uri="{FF2B5EF4-FFF2-40B4-BE49-F238E27FC236}">
                <a16:creationId xmlns:a16="http://schemas.microsoft.com/office/drawing/2014/main" id="{05BC1340-109C-FA12-D7FE-82B1B3931729}"/>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6" name="Footer Placeholder 5">
            <a:extLst>
              <a:ext uri="{FF2B5EF4-FFF2-40B4-BE49-F238E27FC236}">
                <a16:creationId xmlns:a16="http://schemas.microsoft.com/office/drawing/2014/main" id="{3805D305-12B5-A369-9B6F-95F948A62CCC}"/>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CAFACF92-A5E1-E127-EBF8-AA8C9DD8EEEB}"/>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375525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3F48A-9592-68C0-69AC-28A4857879E8}"/>
              </a:ext>
            </a:extLst>
          </p:cNvPr>
          <p:cNvSpPr>
            <a:spLocks noGrp="1"/>
          </p:cNvSpPr>
          <p:nvPr>
            <p:ph type="title"/>
          </p:nvPr>
        </p:nvSpPr>
        <p:spPr>
          <a:xfrm>
            <a:off x="839788" y="365125"/>
            <a:ext cx="10515600" cy="1325563"/>
          </a:xfrm>
        </p:spPr>
        <p:txBody>
          <a:bodyPr/>
          <a:lstStyle/>
          <a:p>
            <a:r>
              <a:rPr lang="en-GB"/>
              <a:t>Click to edit Master title style</a:t>
            </a:r>
            <a:endParaRPr lang="en-NL"/>
          </a:p>
        </p:txBody>
      </p:sp>
      <p:sp>
        <p:nvSpPr>
          <p:cNvPr id="3" name="Text Placeholder 2">
            <a:extLst>
              <a:ext uri="{FF2B5EF4-FFF2-40B4-BE49-F238E27FC236}">
                <a16:creationId xmlns:a16="http://schemas.microsoft.com/office/drawing/2014/main" id="{DC10A02B-3910-D3C7-21D4-C040142B98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5C9D888-B636-CB13-FA9B-624649768B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5" name="Text Placeholder 4">
            <a:extLst>
              <a:ext uri="{FF2B5EF4-FFF2-40B4-BE49-F238E27FC236}">
                <a16:creationId xmlns:a16="http://schemas.microsoft.com/office/drawing/2014/main" id="{0CD4525A-C61A-BBE7-AB2B-71C37D8983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B984754-7721-64EE-0243-2C91BA996DD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7" name="Date Placeholder 6">
            <a:extLst>
              <a:ext uri="{FF2B5EF4-FFF2-40B4-BE49-F238E27FC236}">
                <a16:creationId xmlns:a16="http://schemas.microsoft.com/office/drawing/2014/main" id="{4377BFD6-072F-29A3-F699-087E4BD0ED24}"/>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8" name="Footer Placeholder 7">
            <a:extLst>
              <a:ext uri="{FF2B5EF4-FFF2-40B4-BE49-F238E27FC236}">
                <a16:creationId xmlns:a16="http://schemas.microsoft.com/office/drawing/2014/main" id="{727B4678-0596-7012-02BB-651F77EE9C47}"/>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737778DA-2211-9FA1-DD00-341F1CAD6FCC}"/>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942681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71A03-5DCA-4C33-FBEF-4971BFF84986}"/>
              </a:ext>
            </a:extLst>
          </p:cNvPr>
          <p:cNvSpPr>
            <a:spLocks noGrp="1"/>
          </p:cNvSpPr>
          <p:nvPr>
            <p:ph type="title"/>
          </p:nvPr>
        </p:nvSpPr>
        <p:spPr/>
        <p:txBody>
          <a:bodyPr/>
          <a:lstStyle/>
          <a:p>
            <a:r>
              <a:rPr lang="en-GB"/>
              <a:t>Click to edit Master title style</a:t>
            </a:r>
            <a:endParaRPr lang="en-NL"/>
          </a:p>
        </p:txBody>
      </p:sp>
      <p:sp>
        <p:nvSpPr>
          <p:cNvPr id="3" name="Date Placeholder 2">
            <a:extLst>
              <a:ext uri="{FF2B5EF4-FFF2-40B4-BE49-F238E27FC236}">
                <a16:creationId xmlns:a16="http://schemas.microsoft.com/office/drawing/2014/main" id="{47E58F5B-A376-BC9C-4889-CADCBF3F3F90}"/>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4" name="Footer Placeholder 3">
            <a:extLst>
              <a:ext uri="{FF2B5EF4-FFF2-40B4-BE49-F238E27FC236}">
                <a16:creationId xmlns:a16="http://schemas.microsoft.com/office/drawing/2014/main" id="{CB6A74B3-3771-0254-E382-BBC5FBEE9DA0}"/>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086AEA2D-7352-9F2B-CD68-172894FDE729}"/>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123022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47265-37BF-E2EC-6462-5FDB7C466643}"/>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3" name="Footer Placeholder 2">
            <a:extLst>
              <a:ext uri="{FF2B5EF4-FFF2-40B4-BE49-F238E27FC236}">
                <a16:creationId xmlns:a16="http://schemas.microsoft.com/office/drawing/2014/main" id="{0D7160FF-FE76-A0DA-F6D8-31AAF341C2CA}"/>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164E215-C3D2-7D09-08AF-F5FE2D11DD89}"/>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4093776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C215-D871-4247-86BA-CB9B6EFAB8D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Content Placeholder 2">
            <a:extLst>
              <a:ext uri="{FF2B5EF4-FFF2-40B4-BE49-F238E27FC236}">
                <a16:creationId xmlns:a16="http://schemas.microsoft.com/office/drawing/2014/main" id="{5496F66E-3FF5-54EC-63D9-B034DA81E1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Text Placeholder 3">
            <a:extLst>
              <a:ext uri="{FF2B5EF4-FFF2-40B4-BE49-F238E27FC236}">
                <a16:creationId xmlns:a16="http://schemas.microsoft.com/office/drawing/2014/main" id="{318830C1-5431-4802-B623-7AA727EA45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FE8F9-2B64-C432-812A-825DFE829B1C}"/>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6" name="Footer Placeholder 5">
            <a:extLst>
              <a:ext uri="{FF2B5EF4-FFF2-40B4-BE49-F238E27FC236}">
                <a16:creationId xmlns:a16="http://schemas.microsoft.com/office/drawing/2014/main" id="{0CE8B838-8ACB-8E27-0C6F-9719262161C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04F714D-BB37-9C71-6E76-97B57B8BC9DD}"/>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324738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1DB6F-4D1F-B396-8E0E-B5F84A88339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L"/>
          </a:p>
        </p:txBody>
      </p:sp>
      <p:sp>
        <p:nvSpPr>
          <p:cNvPr id="3" name="Picture Placeholder 2">
            <a:extLst>
              <a:ext uri="{FF2B5EF4-FFF2-40B4-BE49-F238E27FC236}">
                <a16:creationId xmlns:a16="http://schemas.microsoft.com/office/drawing/2014/main" id="{A7F39154-F3D7-1DB9-B0C2-10FEE26345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94F01B54-F441-5F71-DE00-667A4452E0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469B39-B5D7-562C-D12A-4FB78F90E920}"/>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6" name="Footer Placeholder 5">
            <a:extLst>
              <a:ext uri="{FF2B5EF4-FFF2-40B4-BE49-F238E27FC236}">
                <a16:creationId xmlns:a16="http://schemas.microsoft.com/office/drawing/2014/main" id="{02C4802A-A8FC-615A-9752-53238449FD9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1F52FC1-DBE1-FE8C-271C-99F679109C0A}"/>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127349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0BB90-9AAF-AAC9-29A5-D128F444ADA4}"/>
              </a:ext>
            </a:extLst>
          </p:cNvPr>
          <p:cNvSpPr>
            <a:spLocks noGrp="1"/>
          </p:cNvSpPr>
          <p:nvPr>
            <p:ph type="title"/>
          </p:nvPr>
        </p:nvSpPr>
        <p:spPr/>
        <p:txBody>
          <a:bodyPr/>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A16EED8B-4492-5B9B-0A0E-F082D6A0F1E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C57CA40C-4DA9-A0FF-AD7A-3102A87AADDE}"/>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5" name="Footer Placeholder 4">
            <a:extLst>
              <a:ext uri="{FF2B5EF4-FFF2-40B4-BE49-F238E27FC236}">
                <a16:creationId xmlns:a16="http://schemas.microsoft.com/office/drawing/2014/main" id="{E4B37648-D073-DABF-D86E-9BA2BD56A667}"/>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0D782BA-183B-6A08-8259-15E8F44219C8}"/>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192186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38B64E-0D83-BD66-11A4-D0A2F5DE18D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L"/>
          </a:p>
        </p:txBody>
      </p:sp>
      <p:sp>
        <p:nvSpPr>
          <p:cNvPr id="3" name="Vertical Text Placeholder 2">
            <a:extLst>
              <a:ext uri="{FF2B5EF4-FFF2-40B4-BE49-F238E27FC236}">
                <a16:creationId xmlns:a16="http://schemas.microsoft.com/office/drawing/2014/main" id="{B29F6356-4674-3539-D380-5F4BFCE3515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F0DBA8E6-E84C-0A97-D58A-539E345E0F0B}"/>
              </a:ext>
            </a:extLst>
          </p:cNvPr>
          <p:cNvSpPr>
            <a:spLocks noGrp="1"/>
          </p:cNvSpPr>
          <p:nvPr>
            <p:ph type="dt" sz="half" idx="10"/>
          </p:nvPr>
        </p:nvSpPr>
        <p:spPr/>
        <p:txBody>
          <a:bodyPr/>
          <a:lstStyle/>
          <a:p>
            <a:fld id="{0303205D-B9CA-5D47-A758-C08187D224FA}" type="datetimeFigureOut">
              <a:rPr lang="en-NL" smtClean="0"/>
              <a:t>07/02/2026</a:t>
            </a:fld>
            <a:endParaRPr lang="en-NL"/>
          </a:p>
        </p:txBody>
      </p:sp>
      <p:sp>
        <p:nvSpPr>
          <p:cNvPr id="5" name="Footer Placeholder 4">
            <a:extLst>
              <a:ext uri="{FF2B5EF4-FFF2-40B4-BE49-F238E27FC236}">
                <a16:creationId xmlns:a16="http://schemas.microsoft.com/office/drawing/2014/main" id="{6A546B1C-8385-DC3C-B12F-7FDFC180C20B}"/>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50C27E58-F78C-61BE-9BF2-07987EBFD19B}"/>
              </a:ext>
            </a:extLst>
          </p:cNvPr>
          <p:cNvSpPr>
            <a:spLocks noGrp="1"/>
          </p:cNvSpPr>
          <p:nvPr>
            <p:ph type="sldNum" sz="quarter" idx="12"/>
          </p:nvPr>
        </p:nvSpPr>
        <p:spPr/>
        <p:txBody>
          <a:bodyPr/>
          <a:lstStyle/>
          <a:p>
            <a:fld id="{FB800A3B-036B-D546-95A6-F67A0C387AB1}" type="slidenum">
              <a:rPr lang="en-NL" smtClean="0"/>
              <a:t>‹#›</a:t>
            </a:fld>
            <a:endParaRPr lang="en-NL"/>
          </a:p>
        </p:txBody>
      </p:sp>
    </p:spTree>
    <p:extLst>
      <p:ext uri="{BB962C8B-B14F-4D97-AF65-F5344CB8AC3E}">
        <p14:creationId xmlns:p14="http://schemas.microsoft.com/office/powerpoint/2010/main" val="3678823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3C2A7D-2B92-1791-FF52-3916D71FDB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L"/>
          </a:p>
        </p:txBody>
      </p:sp>
      <p:sp>
        <p:nvSpPr>
          <p:cNvPr id="3" name="Text Placeholder 2">
            <a:extLst>
              <a:ext uri="{FF2B5EF4-FFF2-40B4-BE49-F238E27FC236}">
                <a16:creationId xmlns:a16="http://schemas.microsoft.com/office/drawing/2014/main" id="{11082EE2-623E-C450-23D4-4AF1DA04EC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L"/>
          </a:p>
        </p:txBody>
      </p:sp>
      <p:sp>
        <p:nvSpPr>
          <p:cNvPr id="4" name="Date Placeholder 3">
            <a:extLst>
              <a:ext uri="{FF2B5EF4-FFF2-40B4-BE49-F238E27FC236}">
                <a16:creationId xmlns:a16="http://schemas.microsoft.com/office/drawing/2014/main" id="{57AC52CC-1F4C-4D2D-2CDD-B39A4F0741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03205D-B9CA-5D47-A758-C08187D224FA}" type="datetimeFigureOut">
              <a:rPr lang="en-NL" smtClean="0"/>
              <a:t>07/02/2026</a:t>
            </a:fld>
            <a:endParaRPr lang="en-NL"/>
          </a:p>
        </p:txBody>
      </p:sp>
      <p:sp>
        <p:nvSpPr>
          <p:cNvPr id="5" name="Footer Placeholder 4">
            <a:extLst>
              <a:ext uri="{FF2B5EF4-FFF2-40B4-BE49-F238E27FC236}">
                <a16:creationId xmlns:a16="http://schemas.microsoft.com/office/drawing/2014/main" id="{B40F6AE2-5DA3-B8FD-2C11-91C3DAABD5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L"/>
          </a:p>
        </p:txBody>
      </p:sp>
      <p:sp>
        <p:nvSpPr>
          <p:cNvPr id="6" name="Slide Number Placeholder 5">
            <a:extLst>
              <a:ext uri="{FF2B5EF4-FFF2-40B4-BE49-F238E27FC236}">
                <a16:creationId xmlns:a16="http://schemas.microsoft.com/office/drawing/2014/main" id="{FA874850-54A2-CC76-5DD0-77385F2FC1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00A3B-036B-D546-95A6-F67A0C387AB1}" type="slidenum">
              <a:rPr lang="en-NL" smtClean="0"/>
              <a:t>‹#›</a:t>
            </a:fld>
            <a:endParaRPr lang="en-NL"/>
          </a:p>
        </p:txBody>
      </p:sp>
    </p:spTree>
    <p:extLst>
      <p:ext uri="{BB962C8B-B14F-4D97-AF65-F5344CB8AC3E}">
        <p14:creationId xmlns:p14="http://schemas.microsoft.com/office/powerpoint/2010/main" val="3843634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5FC50FA-ED9C-CB00-5673-65222A575398}"/>
              </a:ext>
            </a:extLst>
          </p:cNvPr>
          <p:cNvSpPr/>
          <p:nvPr/>
        </p:nvSpPr>
        <p:spPr>
          <a:xfrm>
            <a:off x="4065006" y="-1389"/>
            <a:ext cx="8126994" cy="3426863"/>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2" name="Picture 11">
            <a:extLst>
              <a:ext uri="{FF2B5EF4-FFF2-40B4-BE49-F238E27FC236}">
                <a16:creationId xmlns:a16="http://schemas.microsoft.com/office/drawing/2014/main" id="{9461B178-B736-4C64-5EBA-C9D09A846209}"/>
              </a:ext>
            </a:extLst>
          </p:cNvPr>
          <p:cNvPicPr>
            <a:picLocks noChangeAspect="1"/>
          </p:cNvPicPr>
          <p:nvPr/>
        </p:nvPicPr>
        <p:blipFill>
          <a:blip r:embed="rId3"/>
          <a:stretch>
            <a:fillRect/>
          </a:stretch>
        </p:blipFill>
        <p:spPr>
          <a:xfrm>
            <a:off x="6096000" y="1710974"/>
            <a:ext cx="6096000" cy="1714500"/>
          </a:xfrm>
          <a:prstGeom prst="rect">
            <a:avLst/>
          </a:prstGeom>
        </p:spPr>
      </p:pic>
      <p:sp>
        <p:nvSpPr>
          <p:cNvPr id="15" name="Rectangle 14">
            <a:extLst>
              <a:ext uri="{FF2B5EF4-FFF2-40B4-BE49-F238E27FC236}">
                <a16:creationId xmlns:a16="http://schemas.microsoft.com/office/drawing/2014/main" id="{5749A19D-4DC6-60D6-1AA7-6FFF37A04844}"/>
              </a:ext>
            </a:extLst>
          </p:cNvPr>
          <p:cNvSpPr/>
          <p:nvPr/>
        </p:nvSpPr>
        <p:spPr>
          <a:xfrm>
            <a:off x="3051018" y="3425474"/>
            <a:ext cx="9140982" cy="343252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Aft>
                <a:spcPts val="1600"/>
              </a:spcAft>
            </a:pPr>
            <a:endParaRPr lang="en-GB" dirty="0"/>
          </a:p>
          <a:p>
            <a:pPr marL="0" indent="0">
              <a:spcAft>
                <a:spcPts val="1600"/>
              </a:spcAft>
            </a:pPr>
            <a:endParaRPr lang="en-GB" dirty="0"/>
          </a:p>
          <a:p>
            <a:pPr marL="0" indent="0">
              <a:spcAft>
                <a:spcPts val="1600"/>
              </a:spcAft>
            </a:pPr>
            <a:endParaRPr lang="en-GB" dirty="0"/>
          </a:p>
          <a:p>
            <a:pPr marL="0" indent="0">
              <a:spcAft>
                <a:spcPts val="1600"/>
              </a:spcAft>
            </a:pPr>
            <a:endParaRPr lang="en-GB" dirty="0"/>
          </a:p>
          <a:p>
            <a:pPr>
              <a:spcAft>
                <a:spcPts val="1600"/>
              </a:spcAft>
            </a:pPr>
            <a:r>
              <a:rPr lang="en-GB" dirty="0"/>
              <a:t>	</a:t>
            </a:r>
            <a:endParaRPr lang="en-NL" dirty="0"/>
          </a:p>
          <a:p>
            <a:pPr algn="ctr"/>
            <a:endParaRPr lang="en-NL" dirty="0"/>
          </a:p>
        </p:txBody>
      </p:sp>
      <p:sp>
        <p:nvSpPr>
          <p:cNvPr id="16" name="Rectangle 15">
            <a:extLst>
              <a:ext uri="{FF2B5EF4-FFF2-40B4-BE49-F238E27FC236}">
                <a16:creationId xmlns:a16="http://schemas.microsoft.com/office/drawing/2014/main" id="{0704F0BF-9A4A-1D97-345E-551D18D9F780}"/>
              </a:ext>
            </a:extLst>
          </p:cNvPr>
          <p:cNvSpPr/>
          <p:nvPr/>
        </p:nvSpPr>
        <p:spPr>
          <a:xfrm>
            <a:off x="0" y="5139974"/>
            <a:ext cx="3051018" cy="171802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CB252795-5B43-E4CC-5801-9DF51C47F17C}"/>
              </a:ext>
            </a:extLst>
          </p:cNvPr>
          <p:cNvSpPr txBox="1">
            <a:spLocks/>
          </p:cNvSpPr>
          <p:nvPr/>
        </p:nvSpPr>
        <p:spPr>
          <a:xfrm>
            <a:off x="4065006" y="3980434"/>
            <a:ext cx="7192607" cy="774202"/>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6000" cap="none" dirty="0">
                <a:latin typeface="Arial"/>
                <a:cs typeface="Arial"/>
              </a:rPr>
              <a:t>Startproject</a:t>
            </a:r>
          </a:p>
          <a:p>
            <a:r>
              <a:rPr lang="nl-NL" sz="6000" cap="none" dirty="0">
                <a:latin typeface="Arial"/>
                <a:cs typeface="Arial"/>
              </a:rPr>
              <a:t>SD4</a:t>
            </a:r>
          </a:p>
        </p:txBody>
      </p:sp>
    </p:spTree>
    <p:extLst>
      <p:ext uri="{BB962C8B-B14F-4D97-AF65-F5344CB8AC3E}">
        <p14:creationId xmlns:p14="http://schemas.microsoft.com/office/powerpoint/2010/main" val="1309040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C9418AF-D777-A6C5-CB58-02EB6D89CE5C}"/>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93A4DB98-07E6-33B5-D741-4CBCD2C6466E}"/>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CCCC88B3-9149-21B7-FFA3-C0ECE6D36C6A}"/>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253C5CE8-4637-4494-7C98-F075BA302EF3}"/>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FF1A73F6-961E-4B98-C6C3-7F10E2EDE9C8}"/>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C53AE23E-6272-93DE-0C5C-D6BF66A233A9}"/>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CAF0118B-16E2-07CA-0622-11C7E46F62BE}"/>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C7F14A8E-DAE6-680F-9053-E8963C3FC385}"/>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450802D6-19AD-77FD-F780-04E9D1E106BF}"/>
              </a:ext>
            </a:extLst>
          </p:cNvPr>
          <p:cNvSpPr txBox="1">
            <a:spLocks/>
          </p:cNvSpPr>
          <p:nvPr/>
        </p:nvSpPr>
        <p:spPr>
          <a:xfrm>
            <a:off x="1091589" y="13032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Wat gaan we doen?</a:t>
            </a:r>
          </a:p>
        </p:txBody>
      </p:sp>
      <p:sp>
        <p:nvSpPr>
          <p:cNvPr id="4" name="Titel 4">
            <a:extLst>
              <a:ext uri="{FF2B5EF4-FFF2-40B4-BE49-F238E27FC236}">
                <a16:creationId xmlns:a16="http://schemas.microsoft.com/office/drawing/2014/main" id="{E424371F-5F44-DF1B-97EA-4EE1B96172EC}"/>
              </a:ext>
            </a:extLst>
          </p:cNvPr>
          <p:cNvSpPr txBox="1">
            <a:spLocks/>
          </p:cNvSpPr>
          <p:nvPr/>
        </p:nvSpPr>
        <p:spPr>
          <a:xfrm>
            <a:off x="1066390" y="1990984"/>
            <a:ext cx="6804374"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AutoNum type="arabicPeriod"/>
            </a:pPr>
            <a:r>
              <a:rPr lang="nl-NL" sz="2400" b="1" cap="none" dirty="0">
                <a:latin typeface="Arial"/>
                <a:ea typeface="Verdana"/>
                <a:cs typeface="Arial"/>
              </a:rPr>
              <a:t>Startproject </a:t>
            </a:r>
            <a:r>
              <a:rPr lang="nl-NL" sz="2400" cap="none" dirty="0">
                <a:latin typeface="Arial"/>
                <a:ea typeface="Verdana"/>
                <a:cs typeface="Arial"/>
              </a:rPr>
              <a:t>maken (oefen examen)</a:t>
            </a:r>
          </a:p>
          <a:p>
            <a:pPr marL="342900" indent="-342900" defTabSz="457200" latinLnBrk="1" hangingPunct="0">
              <a:spcBef>
                <a:spcPts val="0"/>
              </a:spcBef>
              <a:buClr>
                <a:srgbClr val="FF6600"/>
              </a:buClr>
              <a:buSzPct val="90000"/>
              <a:buAutoNum type="arabicPeriod"/>
            </a:pPr>
            <a:r>
              <a:rPr lang="nl-NL" sz="2400" cap="none" dirty="0">
                <a:latin typeface="Arial"/>
                <a:ea typeface="Verdana"/>
                <a:cs typeface="Arial"/>
              </a:rPr>
              <a:t>FDD schrijven voor het ambitieproject</a:t>
            </a:r>
          </a:p>
          <a:p>
            <a:pPr marL="342900" indent="-342900" defTabSz="457200" latinLnBrk="1" hangingPunct="0">
              <a:spcBef>
                <a:spcPts val="0"/>
              </a:spcBef>
              <a:buClr>
                <a:srgbClr val="FF6600"/>
              </a:buClr>
              <a:buSzPct val="90000"/>
              <a:buAutoNum type="arabicPeriod"/>
            </a:pPr>
            <a:r>
              <a:rPr lang="nl-NL" sz="2400" b="1" cap="none" dirty="0">
                <a:latin typeface="Arial"/>
                <a:ea typeface="Verdana"/>
                <a:cs typeface="Arial"/>
              </a:rPr>
              <a:t>Ambitieproject </a:t>
            </a:r>
            <a:r>
              <a:rPr lang="nl-NL" sz="2400" cap="none" dirty="0">
                <a:latin typeface="Arial"/>
                <a:ea typeface="Verdana"/>
                <a:cs typeface="Arial"/>
              </a:rPr>
              <a:t>maken</a:t>
            </a:r>
          </a:p>
          <a:p>
            <a:pPr marL="342900" indent="-342900" defTabSz="457200" latinLnBrk="1" hangingPunct="0">
              <a:spcBef>
                <a:spcPts val="0"/>
              </a:spcBef>
              <a:buClr>
                <a:srgbClr val="FF6600"/>
              </a:buClr>
              <a:buSzPct val="90000"/>
              <a:buAutoNum type="arabicPeriod"/>
            </a:pPr>
            <a:r>
              <a:rPr lang="nl-NL" sz="2400" b="1" cap="none" dirty="0">
                <a:latin typeface="Arial"/>
                <a:ea typeface="Verdana"/>
                <a:cs typeface="Arial"/>
              </a:rPr>
              <a:t>Schoolproject </a:t>
            </a:r>
            <a:r>
              <a:rPr lang="nl-NL" sz="2400" cap="none" dirty="0">
                <a:latin typeface="Arial"/>
                <a:ea typeface="Verdana"/>
                <a:cs typeface="Arial"/>
              </a:rPr>
              <a:t>maken</a:t>
            </a:r>
          </a:p>
          <a:p>
            <a:pPr marL="342900" indent="-342900" defTabSz="457200" latinLnBrk="1" hangingPunct="0">
              <a:spcBef>
                <a:spcPts val="0"/>
              </a:spcBef>
              <a:buClr>
                <a:srgbClr val="FF6600"/>
              </a:buClr>
              <a:buSzPct val="90000"/>
              <a:buAutoNum type="arabicPeriod"/>
            </a:pPr>
            <a:r>
              <a:rPr lang="nl-NL" sz="2400" cap="none" dirty="0">
                <a:latin typeface="Arial"/>
                <a:ea typeface="Verdana"/>
                <a:cs typeface="Arial"/>
              </a:rPr>
              <a:t>Op stage (Stageproject maken)</a:t>
            </a:r>
          </a:p>
        </p:txBody>
      </p:sp>
    </p:spTree>
    <p:extLst>
      <p:ext uri="{BB962C8B-B14F-4D97-AF65-F5344CB8AC3E}">
        <p14:creationId xmlns:p14="http://schemas.microsoft.com/office/powerpoint/2010/main" val="49490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75E81-2E1D-E8F6-6FAE-31021D42D8A0}"/>
            </a:ext>
          </a:extLst>
        </p:cNvPr>
        <p:cNvGrpSpPr/>
        <p:nvPr/>
      </p:nvGrpSpPr>
      <p:grpSpPr>
        <a:xfrm>
          <a:off x="0" y="0"/>
          <a:ext cx="0" cy="0"/>
          <a:chOff x="0" y="0"/>
          <a:chExt cx="0" cy="0"/>
        </a:xfrm>
      </p:grpSpPr>
      <p:sp>
        <p:nvSpPr>
          <p:cNvPr id="17" name="Titel 4">
            <a:extLst>
              <a:ext uri="{FF2B5EF4-FFF2-40B4-BE49-F238E27FC236}">
                <a16:creationId xmlns:a16="http://schemas.microsoft.com/office/drawing/2014/main" id="{6BBFD483-A452-8D54-58F2-D635BA5E33EE}"/>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grpSp>
        <p:nvGrpSpPr>
          <p:cNvPr id="20" name="Group 19">
            <a:extLst>
              <a:ext uri="{FF2B5EF4-FFF2-40B4-BE49-F238E27FC236}">
                <a16:creationId xmlns:a16="http://schemas.microsoft.com/office/drawing/2014/main" id="{D0CF4ADD-6250-A72B-C063-CFC746423E28}"/>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14B838E6-B616-A908-969F-E7B9CD9D2A0B}"/>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252A0126-D0FF-6DC8-D289-5E67AC31EB00}"/>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9B782B5C-C0FB-5CC8-3C0D-451AC6F75F8A}"/>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BF449C4E-874A-FA61-9645-A90F3B40F26F}"/>
                  </a:ext>
                </a:extLst>
              </p:cNvPr>
              <p:cNvPicPr>
                <a:picLocks noChangeAspect="1"/>
              </p:cNvPicPr>
              <p:nvPr/>
            </p:nvPicPr>
            <p:blipFill>
              <a:blip r:embed="rId3"/>
              <a:stretch>
                <a:fillRect/>
              </a:stretch>
            </p:blipFill>
            <p:spPr>
              <a:xfrm>
                <a:off x="9334641" y="6144808"/>
                <a:ext cx="2674471" cy="713192"/>
              </a:xfrm>
              <a:prstGeom prst="rect">
                <a:avLst/>
              </a:prstGeom>
            </p:spPr>
          </p:pic>
        </p:grpSp>
      </p:grpSp>
      <p:pic>
        <p:nvPicPr>
          <p:cNvPr id="4" name="Picture 3">
            <a:extLst>
              <a:ext uri="{FF2B5EF4-FFF2-40B4-BE49-F238E27FC236}">
                <a16:creationId xmlns:a16="http://schemas.microsoft.com/office/drawing/2014/main" id="{5E60B883-61BA-7044-B3DB-452D0D3F8C16}"/>
              </a:ext>
            </a:extLst>
          </p:cNvPr>
          <p:cNvPicPr>
            <a:picLocks noChangeAspect="1"/>
          </p:cNvPicPr>
          <p:nvPr/>
        </p:nvPicPr>
        <p:blipFill>
          <a:blip r:embed="rId4"/>
          <a:stretch>
            <a:fillRect/>
          </a:stretch>
        </p:blipFill>
        <p:spPr>
          <a:xfrm>
            <a:off x="939189" y="9102"/>
            <a:ext cx="9282412" cy="6135705"/>
          </a:xfrm>
          <a:prstGeom prst="rect">
            <a:avLst/>
          </a:prstGeom>
        </p:spPr>
      </p:pic>
    </p:spTree>
    <p:extLst>
      <p:ext uri="{BB962C8B-B14F-4D97-AF65-F5344CB8AC3E}">
        <p14:creationId xmlns:p14="http://schemas.microsoft.com/office/powerpoint/2010/main" val="869913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09B6-A1BD-4241-0B99-F1A42C0BCF5E}"/>
            </a:ext>
          </a:extLst>
        </p:cNvPr>
        <p:cNvGrpSpPr/>
        <p:nvPr/>
      </p:nvGrpSpPr>
      <p:grpSpPr>
        <a:xfrm>
          <a:off x="0" y="0"/>
          <a:ext cx="0" cy="0"/>
          <a:chOff x="0" y="0"/>
          <a:chExt cx="0" cy="0"/>
        </a:xfrm>
      </p:grpSpPr>
      <p:sp>
        <p:nvSpPr>
          <p:cNvPr id="17" name="Titel 4">
            <a:extLst>
              <a:ext uri="{FF2B5EF4-FFF2-40B4-BE49-F238E27FC236}">
                <a16:creationId xmlns:a16="http://schemas.microsoft.com/office/drawing/2014/main" id="{D6C1A24C-339A-2944-E263-369B70B02E54}"/>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grpSp>
        <p:nvGrpSpPr>
          <p:cNvPr id="20" name="Group 19">
            <a:extLst>
              <a:ext uri="{FF2B5EF4-FFF2-40B4-BE49-F238E27FC236}">
                <a16:creationId xmlns:a16="http://schemas.microsoft.com/office/drawing/2014/main" id="{1A5B36EF-B360-B332-C11D-0C1049C3F08F}"/>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51463F5F-0BAD-D339-0036-752A38CEEACE}"/>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341D4D89-5AD5-C202-BC8E-7634BA3748CD}"/>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01F7831E-1399-B4E2-5CB0-4016A37894F4}"/>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56CDCF41-9132-B817-B171-5CD86948DC10}"/>
                  </a:ext>
                </a:extLst>
              </p:cNvPr>
              <p:cNvPicPr>
                <a:picLocks noChangeAspect="1"/>
              </p:cNvPicPr>
              <p:nvPr/>
            </p:nvPicPr>
            <p:blipFill>
              <a:blip r:embed="rId3"/>
              <a:stretch>
                <a:fillRect/>
              </a:stretch>
            </p:blipFill>
            <p:spPr>
              <a:xfrm>
                <a:off x="9334641" y="6144808"/>
                <a:ext cx="2674471" cy="713192"/>
              </a:xfrm>
              <a:prstGeom prst="rect">
                <a:avLst/>
              </a:prstGeom>
            </p:spPr>
          </p:pic>
        </p:grpSp>
      </p:grpSp>
      <p:pic>
        <p:nvPicPr>
          <p:cNvPr id="3" name="Picture 2">
            <a:extLst>
              <a:ext uri="{FF2B5EF4-FFF2-40B4-BE49-F238E27FC236}">
                <a16:creationId xmlns:a16="http://schemas.microsoft.com/office/drawing/2014/main" id="{4E6D1D97-2B97-833E-2E3C-42A4CDC2DDE5}"/>
              </a:ext>
            </a:extLst>
          </p:cNvPr>
          <p:cNvPicPr>
            <a:picLocks noChangeAspect="1"/>
          </p:cNvPicPr>
          <p:nvPr/>
        </p:nvPicPr>
        <p:blipFill>
          <a:blip r:embed="rId4"/>
          <a:stretch>
            <a:fillRect/>
          </a:stretch>
        </p:blipFill>
        <p:spPr>
          <a:xfrm>
            <a:off x="27393" y="121382"/>
            <a:ext cx="12120079" cy="5927128"/>
          </a:xfrm>
          <a:prstGeom prst="rect">
            <a:avLst/>
          </a:prstGeom>
        </p:spPr>
      </p:pic>
    </p:spTree>
    <p:extLst>
      <p:ext uri="{BB962C8B-B14F-4D97-AF65-F5344CB8AC3E}">
        <p14:creationId xmlns:p14="http://schemas.microsoft.com/office/powerpoint/2010/main" val="3692160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0E25-2CE8-EAAB-5DCA-FB611FD779B0}"/>
            </a:ext>
          </a:extLst>
        </p:cNvPr>
        <p:cNvGrpSpPr/>
        <p:nvPr/>
      </p:nvGrpSpPr>
      <p:grpSpPr>
        <a:xfrm>
          <a:off x="0" y="0"/>
          <a:ext cx="0" cy="0"/>
          <a:chOff x="0" y="0"/>
          <a:chExt cx="0" cy="0"/>
        </a:xfrm>
      </p:grpSpPr>
      <p:sp>
        <p:nvSpPr>
          <p:cNvPr id="17" name="Titel 4">
            <a:extLst>
              <a:ext uri="{FF2B5EF4-FFF2-40B4-BE49-F238E27FC236}">
                <a16:creationId xmlns:a16="http://schemas.microsoft.com/office/drawing/2014/main" id="{0579E575-B9FD-2240-8B9E-D5AFD2899203}"/>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grpSp>
        <p:nvGrpSpPr>
          <p:cNvPr id="20" name="Group 19">
            <a:extLst>
              <a:ext uri="{FF2B5EF4-FFF2-40B4-BE49-F238E27FC236}">
                <a16:creationId xmlns:a16="http://schemas.microsoft.com/office/drawing/2014/main" id="{64BBCF18-4C3B-C6A1-15D4-6CD405535793}"/>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0C32E00C-B9B5-5461-B1CD-80BB0DAA9DB6}"/>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1A9F021E-3B1F-55A8-039E-7200FC7A1435}"/>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CCF721E2-FBE5-EC49-56A8-82EA0A0AF953}"/>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A9C5D07E-8D3D-2266-03AF-5ECD8C29EFAB}"/>
                  </a:ext>
                </a:extLst>
              </p:cNvPr>
              <p:cNvPicPr>
                <a:picLocks noChangeAspect="1"/>
              </p:cNvPicPr>
              <p:nvPr/>
            </p:nvPicPr>
            <p:blipFill>
              <a:blip r:embed="rId3"/>
              <a:stretch>
                <a:fillRect/>
              </a:stretch>
            </p:blipFill>
            <p:spPr>
              <a:xfrm>
                <a:off x="9334641" y="6144808"/>
                <a:ext cx="2674471" cy="713192"/>
              </a:xfrm>
              <a:prstGeom prst="rect">
                <a:avLst/>
              </a:prstGeom>
            </p:spPr>
          </p:pic>
        </p:grpSp>
      </p:grpSp>
      <p:pic>
        <p:nvPicPr>
          <p:cNvPr id="4" name="Picture 3">
            <a:extLst>
              <a:ext uri="{FF2B5EF4-FFF2-40B4-BE49-F238E27FC236}">
                <a16:creationId xmlns:a16="http://schemas.microsoft.com/office/drawing/2014/main" id="{4E7502CA-4BEF-8905-F5A4-84E380768ED2}"/>
              </a:ext>
            </a:extLst>
          </p:cNvPr>
          <p:cNvPicPr>
            <a:picLocks noChangeAspect="1"/>
          </p:cNvPicPr>
          <p:nvPr/>
        </p:nvPicPr>
        <p:blipFill>
          <a:blip r:embed="rId4"/>
          <a:stretch>
            <a:fillRect/>
          </a:stretch>
        </p:blipFill>
        <p:spPr>
          <a:xfrm>
            <a:off x="-7888" y="2081311"/>
            <a:ext cx="12207776" cy="2374766"/>
          </a:xfrm>
          <a:prstGeom prst="rect">
            <a:avLst/>
          </a:prstGeom>
        </p:spPr>
      </p:pic>
    </p:spTree>
    <p:extLst>
      <p:ext uri="{BB962C8B-B14F-4D97-AF65-F5344CB8AC3E}">
        <p14:creationId xmlns:p14="http://schemas.microsoft.com/office/powerpoint/2010/main" val="402407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9525-7A01-B64D-4316-D449D9000A9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ECB02DC-24E0-F404-4563-1A7685F058CF}"/>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EFAEEADA-9E23-03E9-2B1D-157D117FC35F}"/>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03AF0F83-057A-3B73-F992-A4F3B6937E57}"/>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68C5D0CC-55E9-31CF-BA1B-644A64362C7E}"/>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34EC6D9E-F04F-ADC3-C6EF-C8D7FD9B4A27}"/>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1640471D-E771-B3BE-0818-8E15B417AA0F}"/>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419554AD-8CE0-741F-B99D-64C47246C2CD}"/>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E4C0D27A-3669-8862-7409-06B6AB7416D5}"/>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9709D0C7-9FC2-3B5B-C1D4-AE7F31D93DA1}"/>
              </a:ext>
            </a:extLst>
          </p:cNvPr>
          <p:cNvSpPr txBox="1">
            <a:spLocks/>
          </p:cNvSpPr>
          <p:nvPr/>
        </p:nvSpPr>
        <p:spPr>
          <a:xfrm>
            <a:off x="1091589" y="1303210"/>
            <a:ext cx="5791200"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Wat is het ambitieproject?</a:t>
            </a:r>
          </a:p>
        </p:txBody>
      </p:sp>
      <p:sp>
        <p:nvSpPr>
          <p:cNvPr id="4" name="Titel 4">
            <a:extLst>
              <a:ext uri="{FF2B5EF4-FFF2-40B4-BE49-F238E27FC236}">
                <a16:creationId xmlns:a16="http://schemas.microsoft.com/office/drawing/2014/main" id="{FD2EF8D5-38C7-23F0-B723-44F8633125B8}"/>
              </a:ext>
            </a:extLst>
          </p:cNvPr>
          <p:cNvSpPr txBox="1">
            <a:spLocks/>
          </p:cNvSpPr>
          <p:nvPr/>
        </p:nvSpPr>
        <p:spPr>
          <a:xfrm>
            <a:off x="983265" y="1990984"/>
            <a:ext cx="7791279"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4 weken lang.</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7 lessen per week.</a:t>
            </a:r>
            <a:endParaRPr lang="nl-NL" sz="2400" cap="none" dirty="0">
              <a:latin typeface="Arial"/>
              <a:ea typeface="Verdana"/>
              <a:cs typeface="Arial"/>
            </a:endParaRP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schrijft zelf je FDD </a:t>
            </a:r>
            <a:r>
              <a:rPr lang="nl-NL" sz="2400" cap="none" dirty="0">
                <a:latin typeface="Arial"/>
                <a:ea typeface="Verdana"/>
                <a:cs typeface="Arial"/>
              </a:rPr>
              <a:t>(project voorstel)</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wordt beoordeeld op proces + techniek.</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werkt in je eentje.</a:t>
            </a:r>
          </a:p>
        </p:txBody>
      </p:sp>
    </p:spTree>
    <p:extLst>
      <p:ext uri="{BB962C8B-B14F-4D97-AF65-F5344CB8AC3E}">
        <p14:creationId xmlns:p14="http://schemas.microsoft.com/office/powerpoint/2010/main" val="3692473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9D2B-F9E7-1148-131D-C7B9EC243467}"/>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876419B3-BAAC-0E20-9CD8-703323165EA5}"/>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01647F3F-7AF6-EE00-2A1E-0846D8807FC8}"/>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D31D088F-38E4-2D54-4150-BD3BB6BCAFDA}"/>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CF2F0014-0DF2-087B-5828-992781D007F4}"/>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A04F1E8E-8755-373A-8586-5834DA26F9AB}"/>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97E93E9E-B0E6-7671-2BFD-B5B19B207A28}"/>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4CD276AD-7C94-3D94-9893-1C108FBB98B7}"/>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E9645ED9-F78D-70E4-0C7D-11DE999A1B33}"/>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E251C0BA-969C-D98D-48F6-EC58D0006636}"/>
              </a:ext>
            </a:extLst>
          </p:cNvPr>
          <p:cNvSpPr txBox="1">
            <a:spLocks/>
          </p:cNvSpPr>
          <p:nvPr/>
        </p:nvSpPr>
        <p:spPr>
          <a:xfrm>
            <a:off x="1091589" y="1303210"/>
            <a:ext cx="5791200"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Wat is het schoolproject?</a:t>
            </a:r>
          </a:p>
        </p:txBody>
      </p:sp>
      <p:sp>
        <p:nvSpPr>
          <p:cNvPr id="4" name="Titel 4">
            <a:extLst>
              <a:ext uri="{FF2B5EF4-FFF2-40B4-BE49-F238E27FC236}">
                <a16:creationId xmlns:a16="http://schemas.microsoft.com/office/drawing/2014/main" id="{9C13D73E-B67E-8CFE-C7CC-0B5E27F26C3F}"/>
              </a:ext>
            </a:extLst>
          </p:cNvPr>
          <p:cNvSpPr txBox="1">
            <a:spLocks/>
          </p:cNvSpPr>
          <p:nvPr/>
        </p:nvSpPr>
        <p:spPr>
          <a:xfrm>
            <a:off x="983265" y="1990984"/>
            <a:ext cx="7006190"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4 weken lang.</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7 lessen per week.</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kan kiezen uit een van de </a:t>
            </a:r>
            <a:r>
              <a:rPr lang="nl-NL" sz="2400" b="1" cap="none" dirty="0" err="1">
                <a:latin typeface="Arial"/>
                <a:ea typeface="Verdana"/>
                <a:cs typeface="Arial"/>
              </a:rPr>
              <a:t>FDD’s</a:t>
            </a:r>
            <a:r>
              <a:rPr lang="nl-NL" sz="2400" b="1" cap="none" dirty="0">
                <a:latin typeface="Arial"/>
                <a:ea typeface="Verdana"/>
                <a:cs typeface="Arial"/>
              </a:rPr>
              <a:t> die we je aanbieden.</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wordt beoordeeld op proces, techniek en samenwerking.</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werkt in groepjes van 3 die wij maken.</a:t>
            </a:r>
          </a:p>
        </p:txBody>
      </p:sp>
    </p:spTree>
    <p:extLst>
      <p:ext uri="{BB962C8B-B14F-4D97-AF65-F5344CB8AC3E}">
        <p14:creationId xmlns:p14="http://schemas.microsoft.com/office/powerpoint/2010/main" val="4008656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90343-6643-8771-3F2E-FA5D5CA1764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DB62140-E9CC-09DD-A399-EB2AF12255F3}"/>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4365DAE2-8C8F-E829-42BD-F6D607A6BE67}"/>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75F4F495-233D-948F-8C32-519376920DC8}"/>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7D72AFB1-49B3-0B84-6226-E7147797E317}"/>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BFE450BE-626B-F6B9-A2F8-BB815A96CA1C}"/>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7860A3A6-B003-311D-4B5A-C3AFD844344D}"/>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900FD8C7-AFC2-4C15-8602-0565A6EFE46F}"/>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85319941-41E9-D8FF-0FDC-E52F209C2E2D}"/>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B8413F99-1743-E093-7AC5-6BCE37B73E75}"/>
              </a:ext>
            </a:extLst>
          </p:cNvPr>
          <p:cNvSpPr txBox="1">
            <a:spLocks/>
          </p:cNvSpPr>
          <p:nvPr/>
        </p:nvSpPr>
        <p:spPr>
          <a:xfrm>
            <a:off x="1091589" y="1303210"/>
            <a:ext cx="5791200"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Wat is het stageproject?</a:t>
            </a:r>
          </a:p>
        </p:txBody>
      </p:sp>
      <p:sp>
        <p:nvSpPr>
          <p:cNvPr id="4" name="Titel 4">
            <a:extLst>
              <a:ext uri="{FF2B5EF4-FFF2-40B4-BE49-F238E27FC236}">
                <a16:creationId xmlns:a16="http://schemas.microsoft.com/office/drawing/2014/main" id="{556E3344-DEAA-E337-0905-247C473EF49E}"/>
              </a:ext>
            </a:extLst>
          </p:cNvPr>
          <p:cNvSpPr txBox="1">
            <a:spLocks/>
          </p:cNvSpPr>
          <p:nvPr/>
        </p:nvSpPr>
        <p:spPr>
          <a:xfrm>
            <a:off x="983266" y="1990984"/>
            <a:ext cx="6804374"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Hoor je dan wel!</a:t>
            </a:r>
          </a:p>
          <a:p>
            <a:pPr defTabSz="457200" latinLnBrk="1" hangingPunct="0">
              <a:spcBef>
                <a:spcPts val="0"/>
              </a:spcBef>
              <a:buClr>
                <a:srgbClr val="FF6600"/>
              </a:buClr>
              <a:buSzPct val="90000"/>
            </a:pPr>
            <a:endParaRPr lang="nl-NL" sz="2400" b="1" cap="none" dirty="0">
              <a:latin typeface="Arial"/>
              <a:ea typeface="Verdana"/>
              <a:cs typeface="Arial"/>
            </a:endParaRPr>
          </a:p>
          <a:p>
            <a:pPr defTabSz="457200" latinLnBrk="1" hangingPunct="0">
              <a:spcBef>
                <a:spcPts val="0"/>
              </a:spcBef>
              <a:buClr>
                <a:srgbClr val="FF6600"/>
              </a:buClr>
              <a:buSzPct val="90000"/>
            </a:pPr>
            <a:endParaRPr lang="nl-NL" sz="2400" b="1" cap="none" dirty="0">
              <a:latin typeface="Arial"/>
              <a:ea typeface="Verdana"/>
              <a:cs typeface="Arial"/>
            </a:endParaRPr>
          </a:p>
          <a:p>
            <a:pPr defTabSz="457200" latinLnBrk="1" hangingPunct="0">
              <a:spcBef>
                <a:spcPts val="0"/>
              </a:spcBef>
              <a:buClr>
                <a:srgbClr val="FF6600"/>
              </a:buClr>
              <a:buSzPct val="90000"/>
            </a:pPr>
            <a:endParaRPr lang="nl-NL" sz="2400" b="1" cap="none" dirty="0">
              <a:latin typeface="Arial"/>
              <a:ea typeface="Verdana"/>
              <a:cs typeface="Arial"/>
            </a:endParaRPr>
          </a:p>
          <a:p>
            <a:pPr defTabSz="457200" latinLnBrk="1" hangingPunct="0">
              <a:spcBef>
                <a:spcPts val="0"/>
              </a:spcBef>
              <a:buClr>
                <a:srgbClr val="FF6600"/>
              </a:buClr>
              <a:buSzPct val="90000"/>
            </a:pPr>
            <a:endParaRPr lang="nl-NL" sz="2400" b="1" cap="none" dirty="0">
              <a:latin typeface="Arial"/>
              <a:ea typeface="Verdana"/>
              <a:cs typeface="Arial"/>
            </a:endParaRPr>
          </a:p>
          <a:p>
            <a:pPr defTabSz="457200" latinLnBrk="1" hangingPunct="0">
              <a:spcBef>
                <a:spcPts val="0"/>
              </a:spcBef>
              <a:buClr>
                <a:srgbClr val="FF6600"/>
              </a:buClr>
              <a:buSzPct val="90000"/>
            </a:pPr>
            <a:endParaRPr lang="nl-NL" sz="2400" b="1" cap="none" dirty="0">
              <a:latin typeface="Arial"/>
              <a:ea typeface="Verdana"/>
              <a:cs typeface="Arial"/>
            </a:endParaRPr>
          </a:p>
          <a:p>
            <a:pPr defTabSz="457200" latinLnBrk="1" hangingPunct="0">
              <a:spcBef>
                <a:spcPts val="0"/>
              </a:spcBef>
              <a:buClr>
                <a:srgbClr val="FF6600"/>
              </a:buClr>
              <a:buSzPct val="90000"/>
            </a:pPr>
            <a:r>
              <a:rPr lang="nl-NL" sz="2400" cap="none" dirty="0">
                <a:latin typeface="Arial"/>
                <a:ea typeface="Verdana"/>
                <a:cs typeface="Arial"/>
              </a:rPr>
              <a:t>(Eigenlijk hetzelfde als het schoolproject, </a:t>
            </a:r>
            <a:br>
              <a:rPr lang="nl-NL" sz="2400" cap="none" dirty="0">
                <a:latin typeface="Arial"/>
                <a:ea typeface="Verdana"/>
                <a:cs typeface="Arial"/>
              </a:rPr>
            </a:br>
            <a:r>
              <a:rPr lang="nl-NL" sz="2400" cap="none" dirty="0">
                <a:latin typeface="Arial"/>
                <a:ea typeface="Verdana"/>
                <a:cs typeface="Arial"/>
              </a:rPr>
              <a:t>maar dan op stage)</a:t>
            </a:r>
          </a:p>
        </p:txBody>
      </p:sp>
    </p:spTree>
    <p:extLst>
      <p:ext uri="{BB962C8B-B14F-4D97-AF65-F5344CB8AC3E}">
        <p14:creationId xmlns:p14="http://schemas.microsoft.com/office/powerpoint/2010/main" val="357994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5F82B-32B2-DEFB-2BC3-E3435210AD1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410928E-297A-C221-F2ED-8DA73FC7D0E8}"/>
              </a:ext>
            </a:extLst>
          </p:cNvPr>
          <p:cNvSpPr/>
          <p:nvPr/>
        </p:nvSpPr>
        <p:spPr>
          <a:xfrm>
            <a:off x="-1" y="0"/>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A1472513-B113-8E47-E95C-DAB2BC866D41}"/>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0B31978D-FDDB-6E7C-56CC-D4583493D395}"/>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38977341-41DD-CF7F-E5EA-3E155B024AD3}"/>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B322616A-E1BA-6FF6-846A-961B8339E1CD}"/>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9459CF26-EB19-C4B6-D72C-51563EF5B9E4}"/>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8007726C-8991-39E3-D4C3-A90DB9A07989}"/>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9E4B9A46-4F82-0379-07FF-F7DF07E5D351}"/>
                  </a:ext>
                </a:extLst>
              </p:cNvPr>
              <p:cNvPicPr>
                <a:picLocks noChangeAspect="1"/>
              </p:cNvPicPr>
              <p:nvPr/>
            </p:nvPicPr>
            <p:blipFill>
              <a:blip r:embed="rId3"/>
              <a:stretch>
                <a:fillRect/>
              </a:stretch>
            </p:blipFill>
            <p:spPr>
              <a:xfrm>
                <a:off x="9334641" y="6144808"/>
                <a:ext cx="2674471" cy="713192"/>
              </a:xfrm>
              <a:prstGeom prst="rect">
                <a:avLst/>
              </a:prstGeom>
            </p:spPr>
          </p:pic>
        </p:grpSp>
      </p:grpSp>
      <p:pic>
        <p:nvPicPr>
          <p:cNvPr id="4" name="Picture 3">
            <a:extLst>
              <a:ext uri="{FF2B5EF4-FFF2-40B4-BE49-F238E27FC236}">
                <a16:creationId xmlns:a16="http://schemas.microsoft.com/office/drawing/2014/main" id="{7615FF6B-FB92-B5CD-E65F-1E6E12C10189}"/>
              </a:ext>
            </a:extLst>
          </p:cNvPr>
          <p:cNvPicPr>
            <a:picLocks noChangeAspect="1"/>
          </p:cNvPicPr>
          <p:nvPr/>
        </p:nvPicPr>
        <p:blipFill>
          <a:blip r:embed="rId4"/>
          <a:stretch>
            <a:fillRect/>
          </a:stretch>
        </p:blipFill>
        <p:spPr>
          <a:xfrm>
            <a:off x="234669" y="1143573"/>
            <a:ext cx="8751225" cy="3412243"/>
          </a:xfrm>
          <a:prstGeom prst="rect">
            <a:avLst/>
          </a:prstGeom>
        </p:spPr>
      </p:pic>
    </p:spTree>
    <p:extLst>
      <p:ext uri="{BB962C8B-B14F-4D97-AF65-F5344CB8AC3E}">
        <p14:creationId xmlns:p14="http://schemas.microsoft.com/office/powerpoint/2010/main" val="4248724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C462E-BD19-3EB5-248C-DBC23CB8B85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046AD30D-1BA4-90C7-8FBC-3966D1F2FA9A}"/>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E30C8A12-4369-5D7E-8A2A-1B650047D0D8}"/>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318CA4EF-4E44-81FE-3F1B-EFFA0BF22C3F}"/>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B38B95E7-A46B-E14C-5981-4E7551D4ECF5}"/>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0CF6159D-B0BF-E77A-4023-1B9592BA11EA}"/>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708BFB58-CB3C-023F-F432-84A458A3F3EB}"/>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4BCDB2A9-547B-43F0-FB85-CF7B7A537F81}"/>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BA9FCA64-A1E7-9541-B068-2F996F5712D7}"/>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AD9BE807-D18E-2200-455F-28CFCE641BA0}"/>
              </a:ext>
            </a:extLst>
          </p:cNvPr>
          <p:cNvSpPr txBox="1">
            <a:spLocks/>
          </p:cNvSpPr>
          <p:nvPr/>
        </p:nvSpPr>
        <p:spPr>
          <a:xfrm>
            <a:off x="1091589" y="1303210"/>
            <a:ext cx="5791200"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Wat is het startproject?</a:t>
            </a:r>
          </a:p>
        </p:txBody>
      </p:sp>
      <p:sp>
        <p:nvSpPr>
          <p:cNvPr id="4" name="Titel 4">
            <a:extLst>
              <a:ext uri="{FF2B5EF4-FFF2-40B4-BE49-F238E27FC236}">
                <a16:creationId xmlns:a16="http://schemas.microsoft.com/office/drawing/2014/main" id="{FA03D812-6B9E-C563-493A-5EC3F34EDE0A}"/>
              </a:ext>
            </a:extLst>
          </p:cNvPr>
          <p:cNvSpPr txBox="1">
            <a:spLocks/>
          </p:cNvSpPr>
          <p:nvPr/>
        </p:nvSpPr>
        <p:spPr>
          <a:xfrm>
            <a:off x="1094098" y="1944804"/>
            <a:ext cx="9010479" cy="3809452"/>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Hier beginnen we vandaag aan!</a:t>
            </a:r>
          </a:p>
          <a:p>
            <a:pPr marL="285750" indent="-285750" defTabSz="457200" latinLnBrk="1" hangingPunct="0">
              <a:spcBef>
                <a:spcPts val="0"/>
              </a:spcBef>
              <a:buClr>
                <a:srgbClr val="FF6600"/>
              </a:buClr>
              <a:buSzPct val="90000"/>
              <a:buFont typeface="Arial" panose="020B0604020202020204" pitchFamily="34" charset="0"/>
              <a:buChar char="•"/>
            </a:pPr>
            <a:endParaRPr lang="nl-NL" sz="2400" b="1" cap="none" dirty="0">
              <a:latin typeface="Arial"/>
              <a:ea typeface="Verdana"/>
              <a:cs typeface="Arial"/>
            </a:endParaRP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5 weken lang.</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5 lessen per week.</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krijgt een FDD van de docent. Dit ga je maken.</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wordt beoordeeld op proces, techniek.</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Je werkt in je eentje.</a:t>
            </a:r>
          </a:p>
        </p:txBody>
      </p:sp>
    </p:spTree>
    <p:extLst>
      <p:ext uri="{BB962C8B-B14F-4D97-AF65-F5344CB8AC3E}">
        <p14:creationId xmlns:p14="http://schemas.microsoft.com/office/powerpoint/2010/main" val="1752884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FF2F3-95E7-888C-1AAE-FC532ADF306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E82C654A-BC44-4816-6999-FB5E47A5A79E}"/>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65453B39-2E9D-0616-017B-A0908C8FB54D}"/>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4C4DE57C-BC98-6400-8C3A-A1ACC882FCCB}"/>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DEAADC0A-0C43-1AC7-EEC4-540878A024B1}"/>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33B59BBF-6639-3B18-E454-F73C329EFDA9}"/>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367D57E4-D46C-8346-286F-3CE692E2FD6A}"/>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3B9CF319-B1D5-465E-523A-757358D35643}"/>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EDD25429-BF53-5CBF-B1D6-351CCAB196D7}"/>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6E42C741-BCC6-9FB0-811B-76A71DBD451C}"/>
              </a:ext>
            </a:extLst>
          </p:cNvPr>
          <p:cNvSpPr txBox="1">
            <a:spLocks/>
          </p:cNvSpPr>
          <p:nvPr/>
        </p:nvSpPr>
        <p:spPr>
          <a:xfrm>
            <a:off x="1091589" y="1303210"/>
            <a:ext cx="5791200"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Wat is het startproject?</a:t>
            </a:r>
          </a:p>
        </p:txBody>
      </p:sp>
      <p:sp>
        <p:nvSpPr>
          <p:cNvPr id="4" name="Titel 4">
            <a:extLst>
              <a:ext uri="{FF2B5EF4-FFF2-40B4-BE49-F238E27FC236}">
                <a16:creationId xmlns:a16="http://schemas.microsoft.com/office/drawing/2014/main" id="{AA2E27DD-C85A-76C8-63A3-DA4F8E2AD575}"/>
              </a:ext>
            </a:extLst>
          </p:cNvPr>
          <p:cNvSpPr txBox="1">
            <a:spLocks/>
          </p:cNvSpPr>
          <p:nvPr/>
        </p:nvSpPr>
        <p:spPr>
          <a:xfrm>
            <a:off x="1094098" y="1944804"/>
            <a:ext cx="9010479" cy="3809452"/>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Aanvulling voor je portfolio.</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Dit project is als oefening voor je ambitieproject.</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Het doel van dit project is dat je weet waar je op </a:t>
            </a:r>
            <a:br>
              <a:rPr lang="nl-NL" sz="2400" b="1" cap="none" dirty="0">
                <a:latin typeface="Arial"/>
                <a:ea typeface="Verdana"/>
                <a:cs typeface="Arial"/>
              </a:rPr>
            </a:br>
            <a:r>
              <a:rPr lang="nl-NL" sz="2400" b="1" cap="none" dirty="0">
                <a:latin typeface="Arial"/>
                <a:ea typeface="Verdana"/>
                <a:cs typeface="Arial"/>
              </a:rPr>
              <a:t>beoordeeld wordt!</a:t>
            </a:r>
          </a:p>
        </p:txBody>
      </p:sp>
    </p:spTree>
    <p:extLst>
      <p:ext uri="{BB962C8B-B14F-4D97-AF65-F5344CB8AC3E}">
        <p14:creationId xmlns:p14="http://schemas.microsoft.com/office/powerpoint/2010/main" val="2073188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0A30-EF9C-C3D6-B4E9-482E0743A93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4E1A601-A7FF-A547-6E42-E5248DDB3A0E}"/>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311D609D-8295-BC81-6995-97FAB5764368}"/>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2F5822D3-A512-93DE-327F-E355FA5645F3}"/>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18440D01-2CE8-AD1F-7925-39820FE78E27}"/>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BAEB4170-0BE5-5E28-F6A6-6EDB6BE2FD8C}"/>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B4CBA209-E2F7-D043-249B-1B74783DF760}"/>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9977420A-AE50-1325-17F8-65D8682A733D}"/>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F24B3552-5E0E-FB30-8FD8-6BFCCA7AB92E}"/>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B2AC6B83-277B-52CC-B63B-43DF4EDF0C9D}"/>
              </a:ext>
            </a:extLst>
          </p:cNvPr>
          <p:cNvSpPr txBox="1">
            <a:spLocks/>
          </p:cNvSpPr>
          <p:nvPr/>
        </p:nvSpPr>
        <p:spPr>
          <a:xfrm>
            <a:off x="1091589" y="1303210"/>
            <a:ext cx="5791200"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Belangrijk!</a:t>
            </a:r>
          </a:p>
        </p:txBody>
      </p:sp>
      <p:sp>
        <p:nvSpPr>
          <p:cNvPr id="4" name="Titel 4">
            <a:extLst>
              <a:ext uri="{FF2B5EF4-FFF2-40B4-BE49-F238E27FC236}">
                <a16:creationId xmlns:a16="http://schemas.microsoft.com/office/drawing/2014/main" id="{BB2A0D5E-104D-AEF0-8547-FBEB2F67C914}"/>
              </a:ext>
            </a:extLst>
          </p:cNvPr>
          <p:cNvSpPr txBox="1">
            <a:spLocks/>
          </p:cNvSpPr>
          <p:nvPr/>
        </p:nvSpPr>
        <p:spPr>
          <a:xfrm>
            <a:off x="983265" y="1990984"/>
            <a:ext cx="7920589"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Zorg dat al je werk in de aangeleverde GitHub          </a:t>
            </a:r>
            <a:r>
              <a:rPr lang="nl-NL" sz="2400" b="1" cap="none" dirty="0" err="1">
                <a:latin typeface="Arial"/>
                <a:ea typeface="Verdana"/>
                <a:cs typeface="Arial"/>
              </a:rPr>
              <a:t>repository</a:t>
            </a:r>
            <a:r>
              <a:rPr lang="nl-NL" sz="2400" b="1" cap="none" dirty="0">
                <a:latin typeface="Arial"/>
                <a:ea typeface="Verdana"/>
                <a:cs typeface="Arial"/>
              </a:rPr>
              <a:t> staat.</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Commit continu.</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Verzamel bewijsmateriaal.</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Houd scrumboard goed bij in GitHub.</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Maak documentatie.</a:t>
            </a:r>
          </a:p>
        </p:txBody>
      </p:sp>
    </p:spTree>
    <p:extLst>
      <p:ext uri="{BB962C8B-B14F-4D97-AF65-F5344CB8AC3E}">
        <p14:creationId xmlns:p14="http://schemas.microsoft.com/office/powerpoint/2010/main" val="2622906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968C1-C717-0005-4FA3-2D74A6AF8F18}"/>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4EB10256-780F-5A8E-D0C5-F776233F91C7}"/>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0C763170-BE5F-BB1F-52DF-7DAE4F84F9F2}"/>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F4EE07FD-155E-CAC0-8AB8-A6060F2D59CC}"/>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C7BAA2BB-2C2A-E32F-56F6-8B3BCDC85057}"/>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1BBD2654-3ACA-5C14-E115-681B3A885F1C}"/>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CC05869F-3314-31DF-7EEA-19998E53B7C0}"/>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F0267646-C3B0-5F22-73D0-A207EF1488BB}"/>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3F2D346A-E35A-8888-09B7-9AF4DF3EE6AF}"/>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BAF993F9-319A-7B7F-13BE-E9B15B5E43A8}"/>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E01D3D6C-C87C-4582-4F3B-9F283F4DE456}"/>
              </a:ext>
            </a:extLst>
          </p:cNvPr>
          <p:cNvSpPr txBox="1">
            <a:spLocks/>
          </p:cNvSpPr>
          <p:nvPr/>
        </p:nvSpPr>
        <p:spPr>
          <a:xfrm>
            <a:off x="983265" y="1990984"/>
            <a:ext cx="7883643"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We beoordelen je volgens het examen</a:t>
            </a:r>
            <a:br>
              <a:rPr lang="nl-NL" sz="2400" b="1" cap="none" dirty="0">
                <a:latin typeface="Arial"/>
                <a:ea typeface="Verdana"/>
                <a:cs typeface="Arial"/>
              </a:rPr>
            </a:br>
            <a:r>
              <a:rPr lang="nl-NL" sz="2400" b="1" cap="none" dirty="0">
                <a:latin typeface="Arial"/>
                <a:ea typeface="Verdana"/>
                <a:cs typeface="Arial"/>
              </a:rPr>
              <a:t>beoordelingsformulier.</a:t>
            </a:r>
          </a:p>
          <a:p>
            <a:pPr marL="285750" indent="-285750" defTabSz="457200" latinLnBrk="1" hangingPunct="0">
              <a:spcBef>
                <a:spcPts val="0"/>
              </a:spcBef>
              <a:buClr>
                <a:srgbClr val="FF6600"/>
              </a:buClr>
              <a:buSzPct val="90000"/>
              <a:buFont typeface="Arial" panose="020B0604020202020204" pitchFamily="34" charset="0"/>
              <a:buChar char="•"/>
            </a:pPr>
            <a:r>
              <a:rPr lang="nl-NL" sz="2400" b="1" cap="none" dirty="0">
                <a:latin typeface="Arial"/>
                <a:ea typeface="Verdana"/>
                <a:cs typeface="Arial"/>
              </a:rPr>
              <a:t>Deze vind je op </a:t>
            </a:r>
            <a:r>
              <a:rPr lang="nl-NL" sz="2400" b="1" cap="none" dirty="0" err="1">
                <a:latin typeface="Arial"/>
                <a:ea typeface="Verdana"/>
                <a:cs typeface="Arial"/>
              </a:rPr>
              <a:t>MijnLucas</a:t>
            </a:r>
            <a:r>
              <a:rPr lang="nl-NL" sz="2400" b="1" cap="none" dirty="0">
                <a:latin typeface="Arial"/>
                <a:ea typeface="Verdana"/>
                <a:cs typeface="Arial"/>
              </a:rPr>
              <a:t> &gt; Examinering &gt;</a:t>
            </a:r>
            <a:br>
              <a:rPr lang="nl-NL" sz="2400" b="1" cap="none" dirty="0">
                <a:latin typeface="Arial"/>
                <a:ea typeface="Verdana"/>
                <a:cs typeface="Arial"/>
              </a:rPr>
            </a:br>
            <a:r>
              <a:rPr lang="nl-NL" sz="2400" b="1" cap="none" dirty="0">
                <a:latin typeface="Arial"/>
                <a:ea typeface="Verdana"/>
                <a:cs typeface="Arial"/>
              </a:rPr>
              <a:t>Naar de Examens &gt; </a:t>
            </a:r>
            <a:br>
              <a:rPr lang="nl-NL" sz="2400" b="1" cap="none" dirty="0">
                <a:latin typeface="Arial"/>
                <a:ea typeface="Verdana"/>
                <a:cs typeface="Arial"/>
              </a:rPr>
            </a:br>
            <a:r>
              <a:rPr lang="nl-NL" sz="2400" b="1" cap="none" dirty="0" err="1">
                <a:latin typeface="Arial"/>
                <a:ea typeface="Verdana"/>
                <a:cs typeface="Arial"/>
              </a:rPr>
              <a:t>Beroepspecifiek</a:t>
            </a:r>
            <a:r>
              <a:rPr lang="nl-NL" sz="2400" b="1" cap="none" dirty="0">
                <a:latin typeface="Arial"/>
                <a:ea typeface="Verdana"/>
                <a:cs typeface="Arial"/>
              </a:rPr>
              <a:t> &gt; Cohort 2023 &gt; Software </a:t>
            </a:r>
            <a:br>
              <a:rPr lang="nl-NL" sz="2400" b="1" cap="none" dirty="0">
                <a:latin typeface="Arial"/>
                <a:ea typeface="Verdana"/>
                <a:cs typeface="Arial"/>
              </a:rPr>
            </a:br>
            <a:r>
              <a:rPr lang="nl-NL" sz="2400" b="1" cap="none" dirty="0">
                <a:latin typeface="Arial"/>
                <a:ea typeface="Verdana"/>
                <a:cs typeface="Arial"/>
              </a:rPr>
              <a:t>Developer &gt; …</a:t>
            </a:r>
            <a:br>
              <a:rPr lang="nl-NL" sz="2400" b="1" cap="none" dirty="0">
                <a:latin typeface="Arial"/>
                <a:ea typeface="Verdana"/>
                <a:cs typeface="Arial"/>
              </a:rPr>
            </a:br>
            <a:endParaRPr lang="nl-NL" sz="2400" b="1" cap="none" dirty="0">
              <a:latin typeface="Arial"/>
              <a:ea typeface="Verdana"/>
              <a:cs typeface="Arial"/>
            </a:endParaRPr>
          </a:p>
        </p:txBody>
      </p:sp>
    </p:spTree>
    <p:extLst>
      <p:ext uri="{BB962C8B-B14F-4D97-AF65-F5344CB8AC3E}">
        <p14:creationId xmlns:p14="http://schemas.microsoft.com/office/powerpoint/2010/main" val="889041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15ACF-E074-A28F-A794-67A1C1064EF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4A6CE66-1AD6-C488-70F6-F3F306DF21FB}"/>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C3D19009-F880-031B-745F-0FC7C3279C31}"/>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EC467F9A-BBFE-A103-96BA-E843317362F1}"/>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B5CBD67F-5EB9-D413-ED7D-05B34CDA541D}"/>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A809BED6-5341-AF6E-315B-4BC18C531EE5}"/>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520AC7C1-C5D2-3689-351B-F8DBD1F48B68}"/>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FD37613F-531F-73D4-8AA8-CD49209713F7}"/>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00750CFB-0153-D7B8-3C7A-2C886F2E41EA}"/>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604DDDE3-63C2-528D-73A7-2799441F976E}"/>
              </a:ext>
            </a:extLst>
          </p:cNvPr>
          <p:cNvSpPr txBox="1">
            <a:spLocks/>
          </p:cNvSpPr>
          <p:nvPr/>
        </p:nvSpPr>
        <p:spPr>
          <a:xfrm>
            <a:off x="939189"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4E3047F4-0B43-D428-F998-66DA41F38565}"/>
              </a:ext>
            </a:extLst>
          </p:cNvPr>
          <p:cNvSpPr txBox="1">
            <a:spLocks/>
          </p:cNvSpPr>
          <p:nvPr/>
        </p:nvSpPr>
        <p:spPr>
          <a:xfrm>
            <a:off x="939189" y="1979536"/>
            <a:ext cx="8231308" cy="4163867"/>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Voorbereiding:</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Verdeel de taken uit het FDD in een </a:t>
            </a:r>
            <a:r>
              <a:rPr lang="nl-NL" sz="2400" b="1" cap="none" dirty="0" err="1">
                <a:latin typeface="Arial"/>
                <a:ea typeface="Verdana"/>
                <a:cs typeface="Arial"/>
              </a:rPr>
              <a:t>MoSCoW</a:t>
            </a:r>
            <a:r>
              <a:rPr lang="nl-NL" sz="2400" b="1" cap="none" dirty="0">
                <a:latin typeface="Arial"/>
                <a:ea typeface="Verdana"/>
                <a:cs typeface="Arial"/>
              </a:rPr>
              <a:t> tabel</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Maak een TDD (met details HOE je iets maakt)</a:t>
            </a:r>
            <a:endParaRPr lang="nl-NL" sz="600" b="1" cap="none" dirty="0">
              <a:latin typeface="Arial"/>
              <a:ea typeface="Verdana"/>
              <a:cs typeface="Arial"/>
            </a:endParaRPr>
          </a:p>
          <a:p>
            <a:pPr marL="800100" lvl="1" indent="-342900" defTabSz="457200" latinLnBrk="1" hangingPunct="0">
              <a:buClr>
                <a:srgbClr val="FF6600"/>
              </a:buClr>
              <a:buSzPct val="90000"/>
              <a:buFontTx/>
              <a:buChar char="-"/>
            </a:pPr>
            <a:r>
              <a:rPr lang="nl-NL" sz="2000" b="1" cap="none" dirty="0">
                <a:latin typeface="Arial"/>
                <a:ea typeface="Verdana"/>
                <a:cs typeface="Arial"/>
              </a:rPr>
              <a:t>Welke tools/</a:t>
            </a:r>
            <a:r>
              <a:rPr lang="nl-NL" sz="2000" b="1" cap="none" dirty="0" err="1">
                <a:latin typeface="Arial"/>
                <a:ea typeface="Verdana"/>
                <a:cs typeface="Arial"/>
              </a:rPr>
              <a:t>version</a:t>
            </a:r>
            <a:r>
              <a:rPr lang="nl-NL" sz="2000" b="1" cap="none" dirty="0">
                <a:latin typeface="Arial"/>
                <a:ea typeface="Verdana"/>
                <a:cs typeface="Arial"/>
              </a:rPr>
              <a:t>/software ga je gebruiken?</a:t>
            </a:r>
          </a:p>
          <a:p>
            <a:pPr marL="800100" lvl="1" indent="-342900" defTabSz="457200" latinLnBrk="1" hangingPunct="0">
              <a:buClr>
                <a:srgbClr val="FF6600"/>
              </a:buClr>
              <a:buSzPct val="90000"/>
              <a:buFontTx/>
              <a:buChar char="-"/>
            </a:pPr>
            <a:r>
              <a:rPr lang="nl-NL" sz="2000" b="1" dirty="0">
                <a:latin typeface="Arial"/>
                <a:ea typeface="Verdana"/>
                <a:cs typeface="Arial"/>
              </a:rPr>
              <a:t>HOE ga je de </a:t>
            </a:r>
            <a:r>
              <a:rPr lang="nl-NL" sz="2000" b="1" dirty="0" err="1">
                <a:latin typeface="Arial"/>
                <a:ea typeface="Verdana"/>
                <a:cs typeface="Arial"/>
              </a:rPr>
              <a:t>main</a:t>
            </a:r>
            <a:r>
              <a:rPr lang="nl-NL" sz="2000" b="1" dirty="0">
                <a:latin typeface="Arial"/>
                <a:ea typeface="Verdana"/>
                <a:cs typeface="Arial"/>
              </a:rPr>
              <a:t> features maken?</a:t>
            </a:r>
          </a:p>
          <a:p>
            <a:pPr marL="800100" lvl="1" indent="-342900" defTabSz="457200" latinLnBrk="1" hangingPunct="0">
              <a:buClr>
                <a:srgbClr val="FF6600"/>
              </a:buClr>
              <a:buSzPct val="90000"/>
              <a:buFontTx/>
              <a:buChar char="-"/>
            </a:pPr>
            <a:r>
              <a:rPr lang="nl-NL" sz="2000" b="1" cap="none" dirty="0">
                <a:latin typeface="Arial"/>
                <a:ea typeface="Verdana"/>
                <a:cs typeface="Arial"/>
              </a:rPr>
              <a:t>Welke tutorials/</a:t>
            </a:r>
            <a:r>
              <a:rPr lang="nl-NL" sz="2000" b="1" cap="none" dirty="0" err="1">
                <a:latin typeface="Arial"/>
                <a:ea typeface="Verdana"/>
                <a:cs typeface="Arial"/>
              </a:rPr>
              <a:t>documentation</a:t>
            </a:r>
            <a:r>
              <a:rPr lang="nl-NL" sz="2000" b="1" cap="none" dirty="0">
                <a:latin typeface="Arial"/>
                <a:ea typeface="Verdana"/>
                <a:cs typeface="Arial"/>
              </a:rPr>
              <a:t> ga je nodig hebben?</a:t>
            </a:r>
          </a:p>
          <a:p>
            <a:pPr marL="800100" lvl="1" indent="-342900" defTabSz="457200" latinLnBrk="1" hangingPunct="0">
              <a:buClr>
                <a:srgbClr val="FF6600"/>
              </a:buClr>
              <a:buSzPct val="90000"/>
              <a:buFontTx/>
              <a:buChar char="-"/>
            </a:pPr>
            <a:r>
              <a:rPr lang="nl-NL" sz="2000" b="1" cap="none" dirty="0">
                <a:latin typeface="Arial"/>
                <a:ea typeface="Verdana"/>
                <a:cs typeface="Arial"/>
              </a:rPr>
              <a:t>Hoe gaat je backend eruit zien?</a:t>
            </a:r>
          </a:p>
          <a:p>
            <a:pPr marL="800100" lvl="1" indent="-342900" defTabSz="457200" latinLnBrk="1" hangingPunct="0">
              <a:buClr>
                <a:srgbClr val="FF6600"/>
              </a:buClr>
              <a:buSzPct val="90000"/>
              <a:buFontTx/>
              <a:buChar char="-"/>
            </a:pPr>
            <a:r>
              <a:rPr lang="nl-NL" sz="2000" b="1" dirty="0">
                <a:latin typeface="Arial"/>
                <a:ea typeface="Verdana"/>
                <a:cs typeface="Arial"/>
              </a:rPr>
              <a:t>Welke design </a:t>
            </a:r>
            <a:r>
              <a:rPr lang="nl-NL" sz="2000" b="1" dirty="0" err="1">
                <a:latin typeface="Arial"/>
                <a:ea typeface="Verdana"/>
                <a:cs typeface="Arial"/>
              </a:rPr>
              <a:t>patterns</a:t>
            </a:r>
            <a:r>
              <a:rPr lang="nl-NL" sz="2000" b="1" dirty="0">
                <a:latin typeface="Arial"/>
                <a:ea typeface="Verdana"/>
                <a:cs typeface="Arial"/>
              </a:rPr>
              <a:t> ga je gebruiken?</a:t>
            </a:r>
          </a:p>
          <a:p>
            <a:pPr marL="800100" lvl="1" indent="-342900" defTabSz="457200" latinLnBrk="1" hangingPunct="0">
              <a:buClr>
                <a:srgbClr val="FF6600"/>
              </a:buClr>
              <a:buSzPct val="90000"/>
              <a:buFontTx/>
              <a:buChar char="-"/>
            </a:pPr>
            <a:endParaRPr lang="nl-NL" sz="2000" b="1" cap="none" dirty="0">
              <a:latin typeface="Arial"/>
              <a:ea typeface="Verdana"/>
              <a:cs typeface="Arial"/>
            </a:endParaRP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p:txBody>
      </p:sp>
    </p:spTree>
    <p:extLst>
      <p:ext uri="{BB962C8B-B14F-4D97-AF65-F5344CB8AC3E}">
        <p14:creationId xmlns:p14="http://schemas.microsoft.com/office/powerpoint/2010/main" val="2411264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4C20-EA33-56E3-1B4F-702289B4F6C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D8D59FA-0AB5-4767-31B9-DF627AE6D181}"/>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2736C2AA-7BB7-F3B4-F8D9-4A09877F6FEA}"/>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15D45DA8-44E3-37B3-1211-11C8E76EC6BF}"/>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57C142E6-BE52-EB51-1096-C26A69E95888}"/>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83D1F750-25E4-7D14-5511-42880C5B9C7B}"/>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48F44E06-89AA-3A22-4061-8187957BDDB5}"/>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A79AE6C7-D8CE-176E-EDCB-627B9592E1E3}"/>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73E28068-F02D-4763-FDEC-D22BABDF71CD}"/>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E433DDEC-A556-4765-5A7D-591761A0BBBD}"/>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D548A460-FE6F-3D9D-BEAB-D664C3DEC9C5}"/>
              </a:ext>
            </a:extLst>
          </p:cNvPr>
          <p:cNvSpPr txBox="1">
            <a:spLocks/>
          </p:cNvSpPr>
          <p:nvPr/>
        </p:nvSpPr>
        <p:spPr>
          <a:xfrm>
            <a:off x="983265" y="1990984"/>
            <a:ext cx="7883643"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Plannen:</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Zet je taken om naar een Backlog</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Stel een sprint Backlog op door de taken uit je 	   Backlog te </a:t>
            </a:r>
            <a:r>
              <a:rPr lang="nl-NL" sz="2400" b="1" cap="none" dirty="0" err="1">
                <a:latin typeface="Arial"/>
                <a:ea typeface="Verdana"/>
                <a:cs typeface="Arial"/>
              </a:rPr>
              <a:t>refinen</a:t>
            </a:r>
            <a:r>
              <a:rPr lang="nl-NL" sz="2400" b="1" cap="none" dirty="0">
                <a:latin typeface="Arial"/>
                <a:ea typeface="Verdana"/>
                <a:cs typeface="Arial"/>
              </a:rPr>
              <a: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Houd je scrumboard bij</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Documenteer je voortgang met screenshots van je scrumboard, of door je ‘</a:t>
            </a:r>
            <a:r>
              <a:rPr lang="nl-NL" sz="2400" b="1" cap="none" dirty="0" err="1">
                <a:latin typeface="Arial"/>
                <a:ea typeface="Verdana"/>
                <a:cs typeface="Arial"/>
              </a:rPr>
              <a:t>Done</a:t>
            </a:r>
            <a:r>
              <a:rPr lang="nl-NL" sz="2400" b="1" cap="none" dirty="0">
                <a:latin typeface="Arial"/>
                <a:ea typeface="Verdana"/>
                <a:cs typeface="Arial"/>
              </a:rPr>
              <a:t>’ te verdelen in </a:t>
            </a:r>
            <a:br>
              <a:rPr lang="nl-NL" sz="2400" b="1" cap="none" dirty="0">
                <a:latin typeface="Arial"/>
                <a:ea typeface="Verdana"/>
                <a:cs typeface="Arial"/>
              </a:rPr>
            </a:br>
            <a:r>
              <a:rPr lang="nl-NL" sz="2400" b="1" cap="none" dirty="0">
                <a:latin typeface="Arial"/>
                <a:ea typeface="Verdana"/>
                <a:cs typeface="Arial"/>
              </a:rPr>
              <a:t>‘</a:t>
            </a:r>
            <a:r>
              <a:rPr lang="nl-NL" sz="2400" b="1" cap="none" dirty="0" err="1">
                <a:latin typeface="Arial"/>
                <a:ea typeface="Verdana"/>
                <a:cs typeface="Arial"/>
              </a:rPr>
              <a:t>Done</a:t>
            </a:r>
            <a:r>
              <a:rPr lang="nl-NL" sz="2400" b="1" cap="none" dirty="0">
                <a:latin typeface="Arial"/>
                <a:ea typeface="Verdana"/>
                <a:cs typeface="Arial"/>
              </a:rPr>
              <a:t> week1’, ‘</a:t>
            </a:r>
            <a:r>
              <a:rPr lang="nl-NL" sz="2400" b="1" cap="none" dirty="0" err="1">
                <a:latin typeface="Arial"/>
                <a:ea typeface="Verdana"/>
                <a:cs typeface="Arial"/>
              </a:rPr>
              <a:t>Done</a:t>
            </a:r>
            <a:r>
              <a:rPr lang="nl-NL" sz="2400" b="1" cap="none" dirty="0">
                <a:latin typeface="Arial"/>
                <a:ea typeface="Verdana"/>
                <a:cs typeface="Arial"/>
              </a:rPr>
              <a:t> week2’, etc.</a:t>
            </a:r>
          </a:p>
        </p:txBody>
      </p:sp>
    </p:spTree>
    <p:extLst>
      <p:ext uri="{BB962C8B-B14F-4D97-AF65-F5344CB8AC3E}">
        <p14:creationId xmlns:p14="http://schemas.microsoft.com/office/powerpoint/2010/main" val="3799393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81195-7586-B653-47D9-2E52E8BA0281}"/>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AFC9ED4-57E8-76F1-C2AF-3100D80B09E2}"/>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6A4BCCA3-7AB5-88D0-2FC0-3F36713C9275}"/>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6E84ED24-C8EB-4A47-B852-32BDB8AAC678}"/>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6A6A3EC8-EA4F-6ACF-4C02-A5D2AA1F0F49}"/>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53224F2F-59A6-8E9A-EC48-F787DFD59D25}"/>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5586BF90-70A4-59E7-C792-577AF60A8493}"/>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0B68572D-5D14-FF8F-B8A6-0D66C42931A2}"/>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768F5106-11A0-B10B-742E-DD1B05AA1A67}"/>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732475EB-1189-E607-98E9-BAB3B34755DE}"/>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40A659B3-CFE2-B5CE-03DC-A2D45BE5004D}"/>
              </a:ext>
            </a:extLst>
          </p:cNvPr>
          <p:cNvSpPr txBox="1">
            <a:spLocks/>
          </p:cNvSpPr>
          <p:nvPr/>
        </p:nvSpPr>
        <p:spPr>
          <a:xfrm>
            <a:off x="983265" y="1990984"/>
            <a:ext cx="7883643"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Realisatie:</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levert genoeg werk.</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werkt serieus aan de opdracht.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levert code die netjes is.</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product heeft geen grote bugs of bugs in </a:t>
            </a:r>
            <a:r>
              <a:rPr lang="nl-NL" sz="2400" b="1" cap="none" dirty="0" err="1">
                <a:latin typeface="Arial"/>
                <a:ea typeface="Verdana"/>
                <a:cs typeface="Arial"/>
              </a:rPr>
              <a:t>main</a:t>
            </a:r>
            <a:r>
              <a:rPr lang="nl-NL" sz="2400" b="1" cap="none" dirty="0">
                <a:latin typeface="Arial"/>
                <a:ea typeface="Verdana"/>
                <a:cs typeface="Arial"/>
              </a:rPr>
              <a:t>  features.</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Alle belangrijke features werken.</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laat zien dat je goede code technieken gebruikt.</a:t>
            </a:r>
          </a:p>
        </p:txBody>
      </p:sp>
    </p:spTree>
    <p:extLst>
      <p:ext uri="{BB962C8B-B14F-4D97-AF65-F5344CB8AC3E}">
        <p14:creationId xmlns:p14="http://schemas.microsoft.com/office/powerpoint/2010/main" val="741738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486BE-97F0-81D9-243D-9BD56D534E1E}"/>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DAEC35A7-84DD-5972-DC87-83335808B7B3}"/>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32886D5A-BF6F-1656-2696-12B180D16320}"/>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A42C560D-05C8-FB74-F3E5-799B70E5E16B}"/>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97CDC34E-5D4E-C2C7-19DA-6D363D37E33E}"/>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634C756F-AA70-6387-9F6C-44B9FFA43F7C}"/>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6645E939-D907-54A6-2F97-0816DBE2CA10}"/>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2B069C15-80A8-39B9-F400-0751E607B7A1}"/>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D88FD2AB-5463-B86D-E86D-86E7051D00B8}"/>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1121FFBF-3718-7670-EAAA-83C5779E45EE}"/>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415A6413-83FF-FB50-1C62-DABC2ACAE4CC}"/>
              </a:ext>
            </a:extLst>
          </p:cNvPr>
          <p:cNvSpPr txBox="1">
            <a:spLocks/>
          </p:cNvSpPr>
          <p:nvPr/>
        </p:nvSpPr>
        <p:spPr>
          <a:xfrm>
            <a:off x="983265" y="1990984"/>
            <a:ext cx="7883643"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Review/Retro:</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doet MINIMAAL 4 reviews.</a:t>
            </a:r>
          </a:p>
          <a:p>
            <a:pPr defTabSz="457200" latinLnBrk="1" hangingPunct="0">
              <a:spcBef>
                <a:spcPts val="0"/>
              </a:spcBef>
              <a:buClr>
                <a:srgbClr val="FF6600"/>
              </a:buClr>
              <a:buSzPct val="90000"/>
            </a:pPr>
            <a:r>
              <a:rPr lang="nl-NL" sz="2400" b="1" cap="none" dirty="0">
                <a:latin typeface="Arial"/>
                <a:ea typeface="Verdana"/>
                <a:cs typeface="Arial"/>
              </a:rPr>
              <a:t>	</a:t>
            </a:r>
            <a:r>
              <a:rPr lang="nl-NL" sz="2400" cap="none" dirty="0">
                <a:latin typeface="Arial"/>
                <a:ea typeface="Verdana"/>
                <a:cs typeface="Arial"/>
              </a:rPr>
              <a:t>(De beoordeling is ook een </a:t>
            </a:r>
            <a:r>
              <a:rPr lang="nl-NL" sz="2400" cap="none" dirty="0" err="1">
                <a:latin typeface="Arial"/>
                <a:ea typeface="Verdana"/>
                <a:cs typeface="Arial"/>
              </a:rPr>
              <a:t>review+retro</a:t>
            </a:r>
            <a:r>
              <a:rPr lang="nl-NL" sz="2400" cap="none" dirty="0">
                <a:latin typeface="Arial"/>
                <a:ea typeface="Verdana"/>
                <a:cs typeface="Arial"/>
              </a:rPr>
              <a: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documenteert de feedback die je krijgt.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documenteert wat je met deze feedback doet.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reflecteert op je eigen functioneren afgelopen</a:t>
            </a:r>
            <a:br>
              <a:rPr lang="nl-NL" sz="2400" b="1" cap="none" dirty="0">
                <a:latin typeface="Arial"/>
                <a:ea typeface="Verdana"/>
                <a:cs typeface="Arial"/>
              </a:rPr>
            </a:br>
            <a:r>
              <a:rPr lang="nl-NL" sz="2400" b="1" cap="none" dirty="0">
                <a:latin typeface="Arial"/>
                <a:ea typeface="Verdana"/>
                <a:cs typeface="Arial"/>
              </a:rPr>
              <a:t>sprint en documenteert dit.</a:t>
            </a:r>
          </a:p>
        </p:txBody>
      </p:sp>
    </p:spTree>
    <p:extLst>
      <p:ext uri="{BB962C8B-B14F-4D97-AF65-F5344CB8AC3E}">
        <p14:creationId xmlns:p14="http://schemas.microsoft.com/office/powerpoint/2010/main" val="3207566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B31-ED44-F72F-C2FE-321E28A55D2A}"/>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67146E66-1200-620E-E987-32D795582598}"/>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6B25095F-EF28-2931-7CD2-AC210BF1D597}"/>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81672E5E-B0A0-346A-F525-EE6651D231AD}"/>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0AD58949-D83E-FF85-EDE3-EC4033A230A4}"/>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F0DE3B84-872F-27E3-AD13-CDF2E3FEED42}"/>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F73C1029-9B38-1173-8FAB-1DE0F8939AEC}"/>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A5ACCE95-8900-1A9C-0100-C80CC595AEE6}"/>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922EC926-D11C-259E-36A1-E38C2477BC26}"/>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AFC059A8-EBFF-2768-1E9E-04D4B5770CB4}"/>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B9E0130B-CDC3-18A0-654F-6C9208C8472E}"/>
              </a:ext>
            </a:extLst>
          </p:cNvPr>
          <p:cNvSpPr txBox="1">
            <a:spLocks/>
          </p:cNvSpPr>
          <p:nvPr/>
        </p:nvSpPr>
        <p:spPr>
          <a:xfrm>
            <a:off x="983265" y="1990984"/>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Test: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voert een test uit.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gebruikt een relevant test format(user/</a:t>
            </a:r>
            <a:r>
              <a:rPr lang="nl-NL" sz="2400" b="1" cap="none" dirty="0" err="1">
                <a:latin typeface="Arial"/>
                <a:ea typeface="Verdana"/>
                <a:cs typeface="Arial"/>
              </a:rPr>
              <a:t>acceptance</a:t>
            </a:r>
            <a:r>
              <a:rPr lang="nl-NL" sz="2400" b="1" cap="none" dirty="0">
                <a:latin typeface="Arial"/>
                <a:ea typeface="Verdana"/>
                <a:cs typeface="Arial"/>
              </a:rPr>
              <a: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laat anderen objectief testen.</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trekt conclusies uit je test.</a:t>
            </a:r>
          </a:p>
        </p:txBody>
      </p:sp>
    </p:spTree>
    <p:extLst>
      <p:ext uri="{BB962C8B-B14F-4D97-AF65-F5344CB8AC3E}">
        <p14:creationId xmlns:p14="http://schemas.microsoft.com/office/powerpoint/2010/main" val="3670033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2B0F3-2E95-FF53-D913-BD152E33F366}"/>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5B64C41A-5670-B92C-6FAC-7EFECD667CAE}"/>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B5492F3C-C747-1A2D-E09E-7EFD1D6B4EDE}"/>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C263333F-18B2-9421-7018-8D37B3ED0693}"/>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92283249-CE14-A1F4-A3D8-60D4BCB7A94E}"/>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EB9889B5-C907-1D07-BCB2-01B4D01858F7}"/>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9766D007-58E2-4C94-C58B-F194657249B8}"/>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E97BBED6-7887-98E2-1693-896DE1CF503B}"/>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FA8AE70D-085C-81FD-A4AD-6876D6C6B52C}"/>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7DAA8D19-54C8-E916-18D9-5B605BF08E07}"/>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Waar word je op beoordeeld?</a:t>
            </a:r>
          </a:p>
        </p:txBody>
      </p:sp>
      <p:sp>
        <p:nvSpPr>
          <p:cNvPr id="4" name="Titel 4">
            <a:extLst>
              <a:ext uri="{FF2B5EF4-FFF2-40B4-BE49-F238E27FC236}">
                <a16:creationId xmlns:a16="http://schemas.microsoft.com/office/drawing/2014/main" id="{7D3F05D3-1858-D63B-AEEF-01AE423FF956}"/>
              </a:ext>
            </a:extLst>
          </p:cNvPr>
          <p:cNvSpPr txBox="1">
            <a:spLocks/>
          </p:cNvSpPr>
          <p:nvPr/>
        </p:nvSpPr>
        <p:spPr>
          <a:xfrm>
            <a:off x="983265" y="1990984"/>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defTabSz="457200" latinLnBrk="1" hangingPunct="0">
              <a:spcBef>
                <a:spcPts val="0"/>
              </a:spcBef>
              <a:buClr>
                <a:srgbClr val="FF6600"/>
              </a:buClr>
              <a:buSzPct val="90000"/>
            </a:pPr>
            <a:r>
              <a:rPr lang="nl-NL" sz="2400" b="1" cap="none" dirty="0">
                <a:latin typeface="Arial"/>
                <a:ea typeface="Verdana"/>
                <a:cs typeface="Arial"/>
              </a:rPr>
              <a:t>GitHub:</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werkt in de aangeleverde GitHub </a:t>
            </a:r>
            <a:r>
              <a:rPr lang="nl-NL" sz="2400" b="1" cap="none" dirty="0" err="1">
                <a:latin typeface="Arial"/>
                <a:ea typeface="Verdana"/>
                <a:cs typeface="Arial"/>
              </a:rPr>
              <a:t>repo</a:t>
            </a:r>
            <a:r>
              <a:rPr lang="nl-NL" sz="2400" b="1" cap="none" dirty="0">
                <a:latin typeface="Arial"/>
                <a:ea typeface="Verdana"/>
                <a:cs typeface="Arial"/>
              </a:rPr>
              <a: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pusht MINIMAAL 1 keer per dag.</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bewaart al je bewijs in je GitHub.</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gebruikt fatsoenlijke en relevante commit </a:t>
            </a:r>
            <a:br>
              <a:rPr lang="nl-NL" sz="2400" b="1" cap="none" dirty="0">
                <a:latin typeface="Arial"/>
                <a:ea typeface="Verdana"/>
                <a:cs typeface="Arial"/>
              </a:rPr>
            </a:br>
            <a:r>
              <a:rPr lang="nl-NL" sz="2400" b="1" cap="none" dirty="0">
                <a:latin typeface="Arial"/>
                <a:ea typeface="Verdana"/>
                <a:cs typeface="Arial"/>
              </a:rPr>
              <a:t>messages.</a:t>
            </a:r>
          </a:p>
        </p:txBody>
      </p:sp>
    </p:spTree>
    <p:extLst>
      <p:ext uri="{BB962C8B-B14F-4D97-AF65-F5344CB8AC3E}">
        <p14:creationId xmlns:p14="http://schemas.microsoft.com/office/powerpoint/2010/main" val="2738666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F0CA8-83EC-B997-636C-71D85573C558}"/>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2E4226E-55AC-0E78-EF57-7CC0B627116F}"/>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0419A828-7DCC-9915-9A05-4414FFA1EC64}"/>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9375C967-A504-C70F-3024-D5363588FA1F}"/>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E91109D1-CEDE-D4F8-1825-5CFF94413207}"/>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862A1216-5172-E0ED-DEC3-F6224CDDE32F}"/>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3B50692E-BBDC-2ECA-B053-5AEF22A7AFD4}"/>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F1D16E33-1A5A-DB27-13A9-A190A792EBD9}"/>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135C6558-93DA-1827-7247-74D1F7122556}"/>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401737E8-A8C1-57C8-1D75-3A7E64C41A59}"/>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Tips!</a:t>
            </a:r>
          </a:p>
        </p:txBody>
      </p:sp>
      <p:sp>
        <p:nvSpPr>
          <p:cNvPr id="4" name="Titel 4">
            <a:extLst>
              <a:ext uri="{FF2B5EF4-FFF2-40B4-BE49-F238E27FC236}">
                <a16:creationId xmlns:a16="http://schemas.microsoft.com/office/drawing/2014/main" id="{C92405AE-BC0A-2C99-D432-90036967AC3F}"/>
              </a:ext>
            </a:extLst>
          </p:cNvPr>
          <p:cNvSpPr txBox="1">
            <a:spLocks/>
          </p:cNvSpPr>
          <p:nvPr/>
        </p:nvSpPr>
        <p:spPr>
          <a:xfrm>
            <a:off x="983265" y="1990984"/>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VERSPIL JE TIJD NIET!</a:t>
            </a:r>
          </a:p>
        </p:txBody>
      </p:sp>
    </p:spTree>
    <p:extLst>
      <p:ext uri="{BB962C8B-B14F-4D97-AF65-F5344CB8AC3E}">
        <p14:creationId xmlns:p14="http://schemas.microsoft.com/office/powerpoint/2010/main" val="3790759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0AF2D-FB75-AA8D-D358-945B0886050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755AC88-C779-134A-746D-9EF9B26A4F36}"/>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6ABF3292-3EC9-7E1E-788C-47E3E36A0271}"/>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4FB30225-56CA-49D4-CCA2-D67029927B43}"/>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A7E2CE3B-384A-CB5E-7D5B-D8FE71AE60C0}"/>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153E38C7-E0C5-7B2C-A34A-D2E3FD638255}"/>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196A7167-C1E7-B715-B4C3-C97B06E67379}"/>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73EB3166-84A7-66FF-2003-25B3CED36EA9}"/>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67973EF5-530F-508D-154B-C1A57B50FB62}"/>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AC5ADCEB-166E-8E68-B11F-F86F3DF8728A}"/>
              </a:ext>
            </a:extLst>
          </p:cNvPr>
          <p:cNvSpPr txBox="1">
            <a:spLocks/>
          </p:cNvSpPr>
          <p:nvPr/>
        </p:nvSpPr>
        <p:spPr>
          <a:xfrm>
            <a:off x="1047512" y="474483"/>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FAQ</a:t>
            </a:r>
          </a:p>
        </p:txBody>
      </p:sp>
      <p:sp>
        <p:nvSpPr>
          <p:cNvPr id="4" name="Titel 4">
            <a:extLst>
              <a:ext uri="{FF2B5EF4-FFF2-40B4-BE49-F238E27FC236}">
                <a16:creationId xmlns:a16="http://schemas.microsoft.com/office/drawing/2014/main" id="{29501851-EF7C-7373-CF50-4768E967A61F}"/>
              </a:ext>
            </a:extLst>
          </p:cNvPr>
          <p:cNvSpPr txBox="1">
            <a:spLocks/>
          </p:cNvSpPr>
          <p:nvPr/>
        </p:nvSpPr>
        <p:spPr>
          <a:xfrm>
            <a:off x="939189" y="1162257"/>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ik thuis werken?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ik om hulp vragen?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ik AI gebruiken?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ik plagiaat plegen?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ik kletsen?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ik gamen?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Wat als ik te laat kom/ziek ben?</a:t>
            </a:r>
          </a:p>
        </p:txBody>
      </p:sp>
    </p:spTree>
    <p:extLst>
      <p:ext uri="{BB962C8B-B14F-4D97-AF65-F5344CB8AC3E}">
        <p14:creationId xmlns:p14="http://schemas.microsoft.com/office/powerpoint/2010/main" val="957611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052EA-94C8-38AC-F3ED-EAB4CD1AD281}"/>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5212169-1310-D96C-D5AD-BD3CC697068A}"/>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5CC8BB03-D50B-1FC0-A8F9-1583E631D209}"/>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605E2E47-13AD-29BE-050F-EE945C124D8C}"/>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C54BEE58-07D4-1455-2B5E-C6DA83CD7182}"/>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BCA013CE-05E2-1BAF-F88A-2A5FA43EDA8B}"/>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65012430-51CC-8140-3269-D6211DF02C33}"/>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E2B88FA0-AC05-7E1C-8CC5-BC74AB25B719}"/>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9EC962E2-7F3C-52C9-BB0B-0CAFB501B000}"/>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1D5B7872-5ACC-70F0-3FEF-1668AF4AD28E}"/>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OK, wat nu…?</a:t>
            </a:r>
          </a:p>
        </p:txBody>
      </p:sp>
      <p:sp>
        <p:nvSpPr>
          <p:cNvPr id="4" name="Titel 4">
            <a:extLst>
              <a:ext uri="{FF2B5EF4-FFF2-40B4-BE49-F238E27FC236}">
                <a16:creationId xmlns:a16="http://schemas.microsoft.com/office/drawing/2014/main" id="{A569BB10-D417-8903-5351-EA7A588DC645}"/>
              </a:ext>
            </a:extLst>
          </p:cNvPr>
          <p:cNvSpPr txBox="1">
            <a:spLocks/>
          </p:cNvSpPr>
          <p:nvPr/>
        </p:nvSpPr>
        <p:spPr>
          <a:xfrm>
            <a:off x="983265" y="1990983"/>
            <a:ext cx="8992008" cy="4143317"/>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Ik presenteer jullie het FDD!</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Ik deel de GitHub link met jullie.</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Dan kunnen jullie beginnen:</a:t>
            </a:r>
          </a:p>
          <a:p>
            <a:pPr marL="914400" lvl="1" indent="-457200" defTabSz="457200" latinLnBrk="1" hangingPunct="0">
              <a:buClr>
                <a:srgbClr val="FF6600"/>
              </a:buClr>
              <a:buSzPct val="90000"/>
              <a:buAutoNum type="arabicPeriod"/>
            </a:pPr>
            <a:r>
              <a:rPr lang="nl-NL" sz="2000" b="1" cap="none" dirty="0">
                <a:latin typeface="Arial"/>
                <a:ea typeface="Verdana"/>
                <a:cs typeface="Arial"/>
              </a:rPr>
              <a:t>Maak een </a:t>
            </a:r>
            <a:r>
              <a:rPr lang="nl-NL" sz="2000" b="1" cap="none" dirty="0" err="1">
                <a:latin typeface="Arial"/>
                <a:ea typeface="Verdana"/>
                <a:cs typeface="Arial"/>
              </a:rPr>
              <a:t>Mo</a:t>
            </a:r>
            <a:r>
              <a:rPr lang="nl-NL" sz="2000" b="1" dirty="0" err="1">
                <a:latin typeface="Arial"/>
                <a:ea typeface="Verdana"/>
                <a:cs typeface="Arial"/>
              </a:rPr>
              <a:t>SCoW</a:t>
            </a:r>
            <a:endParaRPr lang="nl-NL" sz="2000" b="1" dirty="0">
              <a:latin typeface="Arial"/>
              <a:ea typeface="Verdana"/>
              <a:cs typeface="Arial"/>
            </a:endParaRPr>
          </a:p>
          <a:p>
            <a:pPr marL="914400" lvl="1" indent="-457200" defTabSz="457200" latinLnBrk="1" hangingPunct="0">
              <a:buClr>
                <a:srgbClr val="FF6600"/>
              </a:buClr>
              <a:buSzPct val="90000"/>
              <a:buAutoNum type="arabicPeriod"/>
            </a:pPr>
            <a:r>
              <a:rPr lang="nl-NL" sz="2000" b="1" cap="none" dirty="0">
                <a:latin typeface="Arial"/>
                <a:ea typeface="Verdana"/>
                <a:cs typeface="Arial"/>
              </a:rPr>
              <a:t>Maak een TDD</a:t>
            </a:r>
            <a:endParaRPr lang="nl-NL" sz="2000" b="1" dirty="0">
              <a:latin typeface="Arial"/>
              <a:ea typeface="Verdana"/>
              <a:cs typeface="Arial"/>
            </a:endParaRPr>
          </a:p>
          <a:p>
            <a:pPr marL="914400" lvl="1" indent="-457200" defTabSz="457200" latinLnBrk="1" hangingPunct="0">
              <a:buClr>
                <a:srgbClr val="FF6600"/>
              </a:buClr>
              <a:buSzPct val="90000"/>
              <a:buAutoNum type="arabicPeriod"/>
            </a:pPr>
            <a:r>
              <a:rPr lang="nl-NL" sz="2000" b="1" cap="none" dirty="0">
                <a:latin typeface="Arial"/>
                <a:ea typeface="Verdana"/>
                <a:cs typeface="Arial"/>
              </a:rPr>
              <a:t>Vul je </a:t>
            </a:r>
            <a:r>
              <a:rPr lang="nl-NL" sz="2000" b="1" dirty="0">
                <a:latin typeface="Arial"/>
                <a:ea typeface="Verdana"/>
                <a:cs typeface="Arial"/>
              </a:rPr>
              <a:t>backlog</a:t>
            </a:r>
          </a:p>
          <a:p>
            <a:pPr marL="914400" lvl="1" indent="-457200" defTabSz="457200" latinLnBrk="1" hangingPunct="0">
              <a:buClr>
                <a:srgbClr val="FF6600"/>
              </a:buClr>
              <a:buSzPct val="90000"/>
              <a:buAutoNum type="arabicPeriod"/>
            </a:pPr>
            <a:r>
              <a:rPr lang="nl-NL" sz="2000" b="1" dirty="0">
                <a:latin typeface="Arial"/>
                <a:ea typeface="Verdana"/>
                <a:cs typeface="Arial"/>
              </a:rPr>
              <a:t>Maak een sprint backlog door je backlog te </a:t>
            </a:r>
            <a:r>
              <a:rPr lang="nl-NL" sz="2000" b="1" dirty="0" err="1">
                <a:latin typeface="Arial"/>
                <a:ea typeface="Verdana"/>
                <a:cs typeface="Arial"/>
              </a:rPr>
              <a:t>refinen</a:t>
            </a:r>
            <a:endParaRPr lang="nl-NL" sz="2000" b="1" dirty="0">
              <a:latin typeface="Arial"/>
              <a:ea typeface="Verdana"/>
              <a:cs typeface="Arial"/>
            </a:endParaRPr>
          </a:p>
          <a:p>
            <a:pPr marL="914400" lvl="1" indent="-457200" defTabSz="457200" latinLnBrk="1" hangingPunct="0">
              <a:buClr>
                <a:srgbClr val="FF6600"/>
              </a:buClr>
              <a:buSzPct val="90000"/>
              <a:buAutoNum type="arabicPeriod"/>
            </a:pPr>
            <a:r>
              <a:rPr lang="nl-NL" sz="2000" b="1" dirty="0">
                <a:latin typeface="Arial"/>
                <a:ea typeface="Verdana"/>
                <a:cs typeface="Arial"/>
              </a:rPr>
              <a:t>Plan een (of meerdere) review(s) in met een docent</a:t>
            </a:r>
          </a:p>
          <a:p>
            <a:pPr marL="914400" lvl="1" indent="-457200" defTabSz="457200" latinLnBrk="1" hangingPunct="0">
              <a:buClr>
                <a:srgbClr val="FF6600"/>
              </a:buClr>
              <a:buSzPct val="90000"/>
              <a:buAutoNum type="arabicPeriod"/>
            </a:pPr>
            <a:r>
              <a:rPr lang="nl-NL" sz="2000" b="1" cap="none" dirty="0">
                <a:latin typeface="Arial"/>
                <a:ea typeface="Verdana"/>
                <a:cs typeface="Arial"/>
              </a:rPr>
              <a:t>BEGIN!!!</a:t>
            </a:r>
          </a:p>
        </p:txBody>
      </p:sp>
    </p:spTree>
    <p:extLst>
      <p:ext uri="{BB962C8B-B14F-4D97-AF65-F5344CB8AC3E}">
        <p14:creationId xmlns:p14="http://schemas.microsoft.com/office/powerpoint/2010/main" val="728719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BA79ED-C231-EB21-2F80-979D72E0F9D4}"/>
              </a:ext>
            </a:extLst>
          </p:cNvPr>
          <p:cNvSpPr/>
          <p:nvPr/>
        </p:nvSpPr>
        <p:spPr>
          <a:xfrm>
            <a:off x="0" y="5161880"/>
            <a:ext cx="3051017" cy="1696120"/>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Rectangle 10">
            <a:extLst>
              <a:ext uri="{FF2B5EF4-FFF2-40B4-BE49-F238E27FC236}">
                <a16:creationId xmlns:a16="http://schemas.microsoft.com/office/drawing/2014/main" id="{0A09D5CA-EF3F-3E4C-9BD3-705D3804A35C}"/>
              </a:ext>
            </a:extLst>
          </p:cNvPr>
          <p:cNvSpPr/>
          <p:nvPr/>
        </p:nvSpPr>
        <p:spPr>
          <a:xfrm>
            <a:off x="3051017" y="1718027"/>
            <a:ext cx="6089965" cy="5139973"/>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2" name="Rectangle 11">
            <a:extLst>
              <a:ext uri="{FF2B5EF4-FFF2-40B4-BE49-F238E27FC236}">
                <a16:creationId xmlns:a16="http://schemas.microsoft.com/office/drawing/2014/main" id="{AF4BBD93-086C-E150-5307-F00E60F5878C}"/>
              </a:ext>
            </a:extLst>
          </p:cNvPr>
          <p:cNvSpPr/>
          <p:nvPr/>
        </p:nvSpPr>
        <p:spPr>
          <a:xfrm>
            <a:off x="6089965" y="0"/>
            <a:ext cx="3051018" cy="1718027"/>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A176D3"/>
              </a:solidFill>
            </a:endParaRPr>
          </a:p>
        </p:txBody>
      </p:sp>
      <p:sp>
        <p:nvSpPr>
          <p:cNvPr id="13" name="Rectangle 12">
            <a:extLst>
              <a:ext uri="{FF2B5EF4-FFF2-40B4-BE49-F238E27FC236}">
                <a16:creationId xmlns:a16="http://schemas.microsoft.com/office/drawing/2014/main" id="{5570C3DE-7251-AEC9-7CFD-8DFD7B119B06}"/>
              </a:ext>
            </a:extLst>
          </p:cNvPr>
          <p:cNvSpPr/>
          <p:nvPr/>
        </p:nvSpPr>
        <p:spPr>
          <a:xfrm>
            <a:off x="9140982" y="0"/>
            <a:ext cx="305101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Titel 4">
            <a:extLst>
              <a:ext uri="{FF2B5EF4-FFF2-40B4-BE49-F238E27FC236}">
                <a16:creationId xmlns:a16="http://schemas.microsoft.com/office/drawing/2014/main" id="{9AC1E54A-FB77-1F4A-47B5-2356A23C79EC}"/>
              </a:ext>
            </a:extLst>
          </p:cNvPr>
          <p:cNvSpPr txBox="1">
            <a:spLocks/>
          </p:cNvSpPr>
          <p:nvPr/>
        </p:nvSpPr>
        <p:spPr>
          <a:xfrm>
            <a:off x="3788280" y="2151634"/>
            <a:ext cx="4895935" cy="774202"/>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6000" cap="none" dirty="0" err="1">
                <a:latin typeface="Arial" panose="020B0604020202020204" pitchFamily="34" charset="0"/>
                <a:cs typeface="Arial" panose="020B0604020202020204" pitchFamily="34" charset="0"/>
              </a:rPr>
              <a:t>Thank</a:t>
            </a:r>
            <a:r>
              <a:rPr lang="nl-NL" sz="6000" cap="none" dirty="0">
                <a:latin typeface="Arial" panose="020B0604020202020204" pitchFamily="34" charset="0"/>
                <a:cs typeface="Arial" panose="020B0604020202020204" pitchFamily="34" charset="0"/>
              </a:rPr>
              <a:t> </a:t>
            </a:r>
            <a:r>
              <a:rPr lang="nl-NL" sz="6000" cap="none" dirty="0" err="1">
                <a:latin typeface="Arial" panose="020B0604020202020204" pitchFamily="34" charset="0"/>
                <a:cs typeface="Arial" panose="020B0604020202020204" pitchFamily="34" charset="0"/>
              </a:rPr>
              <a:t>you</a:t>
            </a:r>
            <a:r>
              <a:rPr lang="nl-NL" sz="6000" cap="none"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101695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5409-DEA2-1A96-1569-4EADE58A3320}"/>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AEEAF740-4868-877C-20AE-2FABEC2CACF9}"/>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E973A613-E66F-5CE1-37AF-59EB461509BC}"/>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3ACBACEF-47EC-BE54-B98A-69201415B521}"/>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F002F43B-2A6C-67A8-2E9B-942B46FF5F53}"/>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D2DE3FDB-A335-FD03-915F-84891D0275D6}"/>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2E4AAB0F-72B2-D86D-81DA-820F66F00A8A}"/>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183A380E-6490-B0C2-04F8-A3D834C5B849}"/>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05EAC426-64D8-3D3E-99AD-5A0F11F59C24}"/>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1F68F878-5CE9-FD4D-3EEC-F04B6F1D9921}"/>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Voorbereiding Ambitieproject</a:t>
            </a:r>
          </a:p>
        </p:txBody>
      </p:sp>
      <p:sp>
        <p:nvSpPr>
          <p:cNvPr id="4" name="Titel 4">
            <a:extLst>
              <a:ext uri="{FF2B5EF4-FFF2-40B4-BE49-F238E27FC236}">
                <a16:creationId xmlns:a16="http://schemas.microsoft.com/office/drawing/2014/main" id="{37880D1B-EA78-5002-BD4A-6BDB6BF6AB3D}"/>
              </a:ext>
            </a:extLst>
          </p:cNvPr>
          <p:cNvSpPr txBox="1">
            <a:spLocks/>
          </p:cNvSpPr>
          <p:nvPr/>
        </p:nvSpPr>
        <p:spPr>
          <a:xfrm>
            <a:off x="983265" y="1990984"/>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hebt 6 lessen (van Anke of Frans)</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Je concept MOET een GO krijgen van je docent.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Daarna MOET je een GO krijgen van je technische </a:t>
            </a:r>
            <a:br>
              <a:rPr lang="nl-NL" sz="2400" b="1" cap="none" dirty="0">
                <a:latin typeface="Arial"/>
                <a:ea typeface="Verdana"/>
                <a:cs typeface="Arial"/>
              </a:rPr>
            </a:br>
            <a:r>
              <a:rPr lang="nl-NL" sz="2400" b="1" cap="none" dirty="0">
                <a:latin typeface="Arial"/>
                <a:ea typeface="Verdana"/>
                <a:cs typeface="Arial"/>
              </a:rPr>
              <a:t>docent.</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Geen GO = Je krijgt een opdracht van ons!</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2x GO? = Doorwerken aan startproject</a:t>
            </a:r>
          </a:p>
        </p:txBody>
      </p:sp>
    </p:spTree>
    <p:extLst>
      <p:ext uri="{BB962C8B-B14F-4D97-AF65-F5344CB8AC3E}">
        <p14:creationId xmlns:p14="http://schemas.microsoft.com/office/powerpoint/2010/main" val="2100630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3867B-ECB2-72D8-BA06-49E23BEA95E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89BB33C-A52B-C5D7-54E2-C5DE0B450974}"/>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6907F3B0-4C13-94F7-7E05-55ADE101B589}"/>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543A953B-D9D5-01A3-92D4-6130CF638D6E}"/>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A9DB2293-8FB3-89E5-5E27-E74C828FCC21}"/>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9246566D-9028-9F2A-0F7C-2237288649A8}"/>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FA6574D1-9DD7-B032-AB4D-CD426A4DA4CF}"/>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34CCD827-49B3-644C-0A8A-830A771BAB21}"/>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9C42836E-511E-418B-202E-96F2BD596896}"/>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B1EC1BDF-DB6B-D6B9-9AD9-46954B833A07}"/>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FDD</a:t>
            </a:r>
          </a:p>
        </p:txBody>
      </p:sp>
      <p:sp>
        <p:nvSpPr>
          <p:cNvPr id="4" name="Titel 4">
            <a:extLst>
              <a:ext uri="{FF2B5EF4-FFF2-40B4-BE49-F238E27FC236}">
                <a16:creationId xmlns:a16="http://schemas.microsoft.com/office/drawing/2014/main" id="{C74AEE80-080C-4A2C-6B1A-4ABDD2BB8972}"/>
              </a:ext>
            </a:extLst>
          </p:cNvPr>
          <p:cNvSpPr txBox="1">
            <a:spLocks/>
          </p:cNvSpPr>
          <p:nvPr/>
        </p:nvSpPr>
        <p:spPr>
          <a:xfrm>
            <a:off x="983265" y="1990984"/>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Mag NIET technisch te zijn.</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Wat zijn alle functionaliteiten die je wilt maken?</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Hoe ziet alles eruit? Artstyle/</a:t>
            </a:r>
            <a:r>
              <a:rPr lang="nl-NL" sz="2400" b="1" cap="none" dirty="0" err="1">
                <a:latin typeface="Arial"/>
                <a:ea typeface="Verdana"/>
                <a:cs typeface="Arial"/>
              </a:rPr>
              <a:t>Wireframes</a:t>
            </a:r>
            <a:endParaRPr lang="nl-NL" sz="2400" b="1" cap="none" dirty="0">
              <a:latin typeface="Arial"/>
              <a:ea typeface="Verdana"/>
              <a:cs typeface="Arial"/>
            </a:endParaRP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Moet een duidelijke structuur hebben.</a:t>
            </a:r>
          </a:p>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Visuele ondersteuningen als schetsen.</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p:txBody>
      </p:sp>
    </p:spTree>
    <p:extLst>
      <p:ext uri="{BB962C8B-B14F-4D97-AF65-F5344CB8AC3E}">
        <p14:creationId xmlns:p14="http://schemas.microsoft.com/office/powerpoint/2010/main" val="2440372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93A77-656B-C700-8F87-EAD739FE923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36491910-8296-5E64-3515-BE9099A0FCC4}"/>
              </a:ext>
            </a:extLst>
          </p:cNvPr>
          <p:cNvSpPr/>
          <p:nvPr/>
        </p:nvSpPr>
        <p:spPr>
          <a:xfrm>
            <a:off x="0" y="-24256"/>
            <a:ext cx="9129612" cy="6158557"/>
          </a:xfrm>
          <a:prstGeom prst="rect">
            <a:avLst/>
          </a:prstGeom>
          <a:solidFill>
            <a:srgbClr val="F1F1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itel 4">
            <a:extLst>
              <a:ext uri="{FF2B5EF4-FFF2-40B4-BE49-F238E27FC236}">
                <a16:creationId xmlns:a16="http://schemas.microsoft.com/office/drawing/2014/main" id="{EBE6D4D9-3D94-7A76-3262-27329CF98D6B}"/>
              </a:ext>
            </a:extLst>
          </p:cNvPr>
          <p:cNvSpPr txBox="1">
            <a:spLocks/>
          </p:cNvSpPr>
          <p:nvPr/>
        </p:nvSpPr>
        <p:spPr>
          <a:xfrm>
            <a:off x="939189" y="1150810"/>
            <a:ext cx="500441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endParaRPr lang="nl-NL" sz="1800" b="1" cap="none" dirty="0">
              <a:solidFill>
                <a:srgbClr val="000000"/>
              </a:solidFill>
              <a:latin typeface="Arial"/>
              <a:cs typeface="Arial"/>
            </a:endParaRPr>
          </a:p>
        </p:txBody>
      </p:sp>
      <p:sp>
        <p:nvSpPr>
          <p:cNvPr id="3" name="Rectangle 2">
            <a:extLst>
              <a:ext uri="{FF2B5EF4-FFF2-40B4-BE49-F238E27FC236}">
                <a16:creationId xmlns:a16="http://schemas.microsoft.com/office/drawing/2014/main" id="{FA82DAD2-E88B-3DC9-6AEB-697E67D8E900}"/>
              </a:ext>
            </a:extLst>
          </p:cNvPr>
          <p:cNvSpPr/>
          <p:nvPr/>
        </p:nvSpPr>
        <p:spPr>
          <a:xfrm>
            <a:off x="9145390" y="-24256"/>
            <a:ext cx="3046610" cy="6167660"/>
          </a:xfrm>
          <a:prstGeom prst="rect">
            <a:avLst/>
          </a:prstGeom>
          <a:solidFill>
            <a:srgbClr val="47C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nvGrpSpPr>
          <p:cNvPr id="20" name="Group 19">
            <a:extLst>
              <a:ext uri="{FF2B5EF4-FFF2-40B4-BE49-F238E27FC236}">
                <a16:creationId xmlns:a16="http://schemas.microsoft.com/office/drawing/2014/main" id="{0E1C1317-30DE-F979-3BBC-17346F4C6D40}"/>
              </a:ext>
            </a:extLst>
          </p:cNvPr>
          <p:cNvGrpSpPr/>
          <p:nvPr/>
        </p:nvGrpSpPr>
        <p:grpSpPr>
          <a:xfrm>
            <a:off x="0" y="6135705"/>
            <a:ext cx="12207778" cy="722296"/>
            <a:chOff x="0" y="6135705"/>
            <a:chExt cx="12207778" cy="722296"/>
          </a:xfrm>
        </p:grpSpPr>
        <p:sp>
          <p:nvSpPr>
            <p:cNvPr id="21" name="Rectangle 20">
              <a:extLst>
                <a:ext uri="{FF2B5EF4-FFF2-40B4-BE49-F238E27FC236}">
                  <a16:creationId xmlns:a16="http://schemas.microsoft.com/office/drawing/2014/main" id="{7A473410-474C-AB87-A9E3-2E7E142E0524}"/>
                </a:ext>
              </a:extLst>
            </p:cNvPr>
            <p:cNvSpPr/>
            <p:nvPr/>
          </p:nvSpPr>
          <p:spPr>
            <a:xfrm>
              <a:off x="0" y="6135705"/>
              <a:ext cx="12207777" cy="722296"/>
            </a:xfrm>
            <a:prstGeom prst="rect">
              <a:avLst/>
            </a:prstGeom>
            <a:solidFill>
              <a:srgbClr val="A176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grpSp>
          <p:nvGrpSpPr>
            <p:cNvPr id="22" name="Group 21">
              <a:extLst>
                <a:ext uri="{FF2B5EF4-FFF2-40B4-BE49-F238E27FC236}">
                  <a16:creationId xmlns:a16="http://schemas.microsoft.com/office/drawing/2014/main" id="{F80CB784-A9AC-6157-CA12-ADA9194FC9E2}"/>
                </a:ext>
              </a:extLst>
            </p:cNvPr>
            <p:cNvGrpSpPr/>
            <p:nvPr/>
          </p:nvGrpSpPr>
          <p:grpSpPr>
            <a:xfrm>
              <a:off x="9145390" y="6135705"/>
              <a:ext cx="3062388" cy="722296"/>
              <a:chOff x="9145390" y="6135705"/>
              <a:chExt cx="3062388" cy="722296"/>
            </a:xfrm>
          </p:grpSpPr>
          <p:sp>
            <p:nvSpPr>
              <p:cNvPr id="23" name="Rectangle 22">
                <a:extLst>
                  <a:ext uri="{FF2B5EF4-FFF2-40B4-BE49-F238E27FC236}">
                    <a16:creationId xmlns:a16="http://schemas.microsoft.com/office/drawing/2014/main" id="{CE375641-22A6-D969-D105-5AC325856937}"/>
                  </a:ext>
                </a:extLst>
              </p:cNvPr>
              <p:cNvSpPr/>
              <p:nvPr/>
            </p:nvSpPr>
            <p:spPr>
              <a:xfrm>
                <a:off x="9145390" y="6135705"/>
                <a:ext cx="3062388" cy="72229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solidFill>
                    <a:srgbClr val="FF6600"/>
                  </a:solidFill>
                </a:endParaRPr>
              </a:p>
            </p:txBody>
          </p:sp>
          <p:pic>
            <p:nvPicPr>
              <p:cNvPr id="24" name="Picture 23">
                <a:extLst>
                  <a:ext uri="{FF2B5EF4-FFF2-40B4-BE49-F238E27FC236}">
                    <a16:creationId xmlns:a16="http://schemas.microsoft.com/office/drawing/2014/main" id="{AB7EF3A5-26EF-B8A6-504C-ABE02F41F805}"/>
                  </a:ext>
                </a:extLst>
              </p:cNvPr>
              <p:cNvPicPr>
                <a:picLocks noChangeAspect="1"/>
              </p:cNvPicPr>
              <p:nvPr/>
            </p:nvPicPr>
            <p:blipFill>
              <a:blip r:embed="rId3"/>
              <a:stretch>
                <a:fillRect/>
              </a:stretch>
            </p:blipFill>
            <p:spPr>
              <a:xfrm>
                <a:off x="9334641" y="6144808"/>
                <a:ext cx="2674471" cy="713192"/>
              </a:xfrm>
              <a:prstGeom prst="rect">
                <a:avLst/>
              </a:prstGeom>
            </p:spPr>
          </p:pic>
        </p:grpSp>
      </p:grpSp>
      <p:sp>
        <p:nvSpPr>
          <p:cNvPr id="2" name="Titel 4">
            <a:extLst>
              <a:ext uri="{FF2B5EF4-FFF2-40B4-BE49-F238E27FC236}">
                <a16:creationId xmlns:a16="http://schemas.microsoft.com/office/drawing/2014/main" id="{30706F14-0D04-12C4-A63F-CC1FFF3379D3}"/>
              </a:ext>
            </a:extLst>
          </p:cNvPr>
          <p:cNvSpPr txBox="1">
            <a:spLocks/>
          </p:cNvSpPr>
          <p:nvPr/>
        </p:nvSpPr>
        <p:spPr>
          <a:xfrm>
            <a:off x="1091588" y="1303210"/>
            <a:ext cx="6696051" cy="676327"/>
          </a:xfrm>
          <a:prstGeom prst="rect">
            <a:avLst/>
          </a:prstGeom>
        </p:spPr>
        <p:txBody>
          <a:bodyPr vert="horz" lIns="72000" tIns="36000" rIns="72000" bIns="36000" rtlCol="0" anchor="t">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r>
              <a:rPr lang="nl-NL" sz="3200" b="1" cap="none" dirty="0">
                <a:solidFill>
                  <a:srgbClr val="000000"/>
                </a:solidFill>
                <a:latin typeface="Arial"/>
                <a:cs typeface="Arial"/>
              </a:rPr>
              <a:t>Daarna…?</a:t>
            </a:r>
          </a:p>
        </p:txBody>
      </p:sp>
      <p:sp>
        <p:nvSpPr>
          <p:cNvPr id="4" name="Titel 4">
            <a:extLst>
              <a:ext uri="{FF2B5EF4-FFF2-40B4-BE49-F238E27FC236}">
                <a16:creationId xmlns:a16="http://schemas.microsoft.com/office/drawing/2014/main" id="{A8E93F64-08A7-354A-27FF-08D44771C95E}"/>
              </a:ext>
            </a:extLst>
          </p:cNvPr>
          <p:cNvSpPr txBox="1">
            <a:spLocks/>
          </p:cNvSpPr>
          <p:nvPr/>
        </p:nvSpPr>
        <p:spPr>
          <a:xfrm>
            <a:off x="983265" y="1990984"/>
            <a:ext cx="8992008" cy="3054870"/>
          </a:xfrm>
          <a:prstGeom prst="rect">
            <a:avLst/>
          </a:prstGeom>
        </p:spPr>
        <p:txBody>
          <a:bodyPr vert="horz" lIns="72000" tIns="36000" rIns="72000" bIns="36000" rtlCol="0" anchor="t" anchorCtr="0">
            <a:noAutofit/>
          </a:bodyPr>
          <a:lstStyle>
            <a:lvl1pPr algn="l" defTabSz="914400" rtl="0" eaLnBrk="1" latinLnBrk="0" hangingPunct="1">
              <a:spcBef>
                <a:spcPct val="0"/>
              </a:spcBef>
              <a:buNone/>
              <a:defRPr sz="3600" kern="1200" cap="all" baseline="0">
                <a:solidFill>
                  <a:schemeClr val="tx1"/>
                </a:solidFill>
                <a:latin typeface="+mj-lt"/>
                <a:ea typeface="+mj-ea"/>
                <a:cs typeface="+mj-cs"/>
              </a:defRPr>
            </a:lvl1pPr>
          </a:lstStyle>
          <a:p>
            <a:pPr marL="342900" indent="-342900" defTabSz="457200" latinLnBrk="1" hangingPunct="0">
              <a:spcBef>
                <a:spcPts val="0"/>
              </a:spcBef>
              <a:buClr>
                <a:srgbClr val="FF6600"/>
              </a:buClr>
              <a:buSzPct val="90000"/>
              <a:buFontTx/>
              <a:buChar char="-"/>
            </a:pPr>
            <a:r>
              <a:rPr lang="nl-NL" sz="2400" b="1" cap="none" dirty="0">
                <a:latin typeface="Arial"/>
                <a:ea typeface="Verdana"/>
                <a:cs typeface="Arial"/>
              </a:rPr>
              <a:t>Werken aan startproject</a:t>
            </a:r>
          </a:p>
          <a:p>
            <a:pPr marL="342900" indent="-342900" defTabSz="457200" latinLnBrk="1" hangingPunct="0">
              <a:spcBef>
                <a:spcPts val="0"/>
              </a:spcBef>
              <a:buClr>
                <a:srgbClr val="FF6600"/>
              </a:buClr>
              <a:buSzPct val="90000"/>
              <a:buFontTx/>
              <a:buChar char="-"/>
            </a:pPr>
            <a:endParaRPr lang="nl-NL" sz="2400" b="1" cap="none" dirty="0">
              <a:latin typeface="Arial"/>
              <a:ea typeface="Verdana"/>
              <a:cs typeface="Arial"/>
            </a:endParaRPr>
          </a:p>
        </p:txBody>
      </p:sp>
    </p:spTree>
    <p:extLst>
      <p:ext uri="{BB962C8B-B14F-4D97-AF65-F5344CB8AC3E}">
        <p14:creationId xmlns:p14="http://schemas.microsoft.com/office/powerpoint/2010/main" val="3300954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05C0CDFAC0E74C8F39B1DBB943B89A" ma:contentTypeVersion="15" ma:contentTypeDescription="Create a new document." ma:contentTypeScope="" ma:versionID="efbf7fa96e06da023f35f5b7570496af">
  <xsd:schema xmlns:xsd="http://www.w3.org/2001/XMLSchema" xmlns:xs="http://www.w3.org/2001/XMLSchema" xmlns:p="http://schemas.microsoft.com/office/2006/metadata/properties" xmlns:ns2="c13afa5f-109a-4080-8493-1d0b50bbdea9" xmlns:ns3="3b206329-2148-432c-8534-8095e5e2a2d2" targetNamespace="http://schemas.microsoft.com/office/2006/metadata/properties" ma:root="true" ma:fieldsID="0a46add5e597e98d7811947b64dc2d97" ns2:_="" ns3:_="">
    <xsd:import namespace="c13afa5f-109a-4080-8493-1d0b50bbdea9"/>
    <xsd:import namespace="3b206329-2148-432c-8534-8095e5e2a2d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bjectDetectorVersions" minOccurs="0"/>
                <xsd:element ref="ns2:MediaLengthInSecond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3afa5f-109a-4080-8493-1d0b50bbdea9"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bb5a2817-bd2e-41a4-86b5-d7f162857ff8"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206329-2148-432c-8534-8095e5e2a2d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f77c314d-a942-4a65-b3c4-51b1eea34f63}" ma:internalName="TaxCatchAll" ma:showField="CatchAllData" ma:web="3b206329-2148-432c-8534-8095e5e2a2d2">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3afa5f-109a-4080-8493-1d0b50bbdea9">
      <Terms xmlns="http://schemas.microsoft.com/office/infopath/2007/PartnerControls"/>
    </lcf76f155ced4ddcb4097134ff3c332f>
    <TaxCatchAll xmlns="3b206329-2148-432c-8534-8095e5e2a2d2" xsi:nil="true"/>
  </documentManagement>
</p:properties>
</file>

<file path=customXml/itemProps1.xml><?xml version="1.0" encoding="utf-8"?>
<ds:datastoreItem xmlns:ds="http://schemas.openxmlformats.org/officeDocument/2006/customXml" ds:itemID="{52245133-CD10-4887-B6F9-65D196A7642E}">
  <ds:schemaRefs>
    <ds:schemaRef ds:uri="http://schemas.microsoft.com/sharepoint/v3/contenttype/forms"/>
  </ds:schemaRefs>
</ds:datastoreItem>
</file>

<file path=customXml/itemProps2.xml><?xml version="1.0" encoding="utf-8"?>
<ds:datastoreItem xmlns:ds="http://schemas.openxmlformats.org/officeDocument/2006/customXml" ds:itemID="{695A90CA-FB5F-4C47-BEDA-5ED3E06C69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3afa5f-109a-4080-8493-1d0b50bbdea9"/>
    <ds:schemaRef ds:uri="3b206329-2148-432c-8534-8095e5e2a2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709EA02-EDE2-41F2-AD5A-05C4F3C5E6AE}">
  <ds:schemaRefs>
    <ds:schemaRef ds:uri="http://purl.org/dc/elements/1.1/"/>
    <ds:schemaRef ds:uri="http://schemas.openxmlformats.org/package/2006/metadata/core-properties"/>
    <ds:schemaRef ds:uri="http://www.w3.org/XML/1998/namespace"/>
    <ds:schemaRef ds:uri="http://purl.org/dc/terms/"/>
    <ds:schemaRef ds:uri="c13afa5f-109a-4080-8493-1d0b50bbdea9"/>
    <ds:schemaRef ds:uri="http://purl.org/dc/dcmitype/"/>
    <ds:schemaRef ds:uri="http://schemas.microsoft.com/office/infopath/2007/PartnerControls"/>
    <ds:schemaRef ds:uri="3b206329-2148-432c-8534-8095e5e2a2d2"/>
    <ds:schemaRef ds:uri="http://schemas.microsoft.com/office/2006/documentManagement/typ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6004</TotalTime>
  <Words>1091</Words>
  <Application>Microsoft Office PowerPoint</Application>
  <PresentationFormat>Widescreen</PresentationFormat>
  <Paragraphs>170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Victor | Megawatt Advertising</dc:creator>
  <cp:lastModifiedBy>Jorrit Slaats</cp:lastModifiedBy>
  <cp:revision>107</cp:revision>
  <dcterms:created xsi:type="dcterms:W3CDTF">2022-08-25T07:01:42Z</dcterms:created>
  <dcterms:modified xsi:type="dcterms:W3CDTF">2026-07-02T13:02:37Z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0x0101003605C0CDFAC0E74C8F39B1DBB943B89A</vt:lpwstr>
  </property>
  <property fmtid="{D5CDD505-2E9C-101B-9397-08002B2CF9AE}" pid="3" name="MediaServiceImageTags">
    <vt:lpwstr/>
  </property>
</Properties>
</file>